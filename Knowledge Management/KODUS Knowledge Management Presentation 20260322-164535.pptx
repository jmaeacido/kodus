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6" r:id="rId11"/>
    <p:sldId id="267" r:id="rId12"/>
    <p:sldId id="265" r:id="rId13"/>
  </p:sldIdLst>
  <p:sldSz cx="24390350" cy="13722350"/>
  <p:notesSz cx="6858000" cy="9144000"/>
  <p:embeddedFontLst>
    <p:embeddedFont>
      <p:font typeface="Inter" panose="020B060402020202020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7682">
          <p15:clr>
            <a:srgbClr val="747775"/>
          </p15:clr>
        </p15:guide>
        <p15:guide id="2" orient="horz" pos="432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C9865B-264E-4E14-8241-2C3BF1A77D65}">
  <a:tblStyle styleId="{CFC9865B-264E-4E14-8241-2C3BF1A77D6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1548" y="108"/>
      </p:cViewPr>
      <p:guideLst>
        <p:guide pos="7682"/>
        <p:guide orient="horz" pos="432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c9b812a9b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 name="Google Shape;64;g3c9b812a9b5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c9b812a9b5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g3c9b812a9b5_0_4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c9b812a9b5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g3c9b812a9b5_0_5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c9b812a9b5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g3c9b812a9b5_0_7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5ab60ed26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g395ab60ed26_0_3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95ab60ed26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g395ab60ed26_0_2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95ab60ed26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95ab60ed26_0_1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95ab60ed26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g395ab60ed26_0_63: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87C9978C-46E6-9A44-612A-A34F68C7A555}"/>
            </a:ext>
          </a:extLst>
        </p:cNvPr>
        <p:cNvGrpSpPr/>
        <p:nvPr/>
      </p:nvGrpSpPr>
      <p:grpSpPr>
        <a:xfrm>
          <a:off x="0" y="0"/>
          <a:ext cx="0" cy="0"/>
          <a:chOff x="0" y="0"/>
          <a:chExt cx="0" cy="0"/>
        </a:xfrm>
      </p:grpSpPr>
      <p:sp>
        <p:nvSpPr>
          <p:cNvPr id="152" name="Google Shape;152;g395ab60ed26_0_63:notes">
            <a:extLst>
              <a:ext uri="{FF2B5EF4-FFF2-40B4-BE49-F238E27FC236}">
                <a16:creationId xmlns:a16="http://schemas.microsoft.com/office/drawing/2014/main" id="{546BFDFD-43C1-2F75-6105-6B5C127EFD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g395ab60ed26_0_63:notes">
            <a:extLst>
              <a:ext uri="{FF2B5EF4-FFF2-40B4-BE49-F238E27FC236}">
                <a16:creationId xmlns:a16="http://schemas.microsoft.com/office/drawing/2014/main" id="{AB326A19-D635-36CE-91A7-0F11C610EFF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0582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7b142cc846_0_44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7b142cc846_0_4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831420" y="1986460"/>
            <a:ext cx="22727100" cy="5476200"/>
          </a:xfrm>
          <a:prstGeom prst="rect">
            <a:avLst/>
          </a:prstGeom>
          <a:noFill/>
          <a:ln>
            <a:noFill/>
          </a:ln>
        </p:spPr>
        <p:txBody>
          <a:bodyPr spcFirstLastPara="1" wrap="square" lIns="243875" tIns="243875" rIns="243875" bIns="243875" anchor="b" anchorCtr="0">
            <a:normAutofit/>
          </a:bodyPr>
          <a:lstStyle>
            <a:lvl1pPr lvl="0" algn="ctr">
              <a:lnSpc>
                <a:spcPct val="100000"/>
              </a:lnSpc>
              <a:spcBef>
                <a:spcPts val="0"/>
              </a:spcBef>
              <a:spcAft>
                <a:spcPts val="0"/>
              </a:spcAft>
              <a:buSzPts val="13900"/>
              <a:buNone/>
              <a:defRPr sz="13900"/>
            </a:lvl1pPr>
            <a:lvl2pPr lvl="1" algn="ctr">
              <a:lnSpc>
                <a:spcPct val="100000"/>
              </a:lnSpc>
              <a:spcBef>
                <a:spcPts val="0"/>
              </a:spcBef>
              <a:spcAft>
                <a:spcPts val="0"/>
              </a:spcAft>
              <a:buSzPts val="13900"/>
              <a:buNone/>
              <a:defRPr sz="13900"/>
            </a:lvl2pPr>
            <a:lvl3pPr lvl="2" algn="ctr">
              <a:lnSpc>
                <a:spcPct val="100000"/>
              </a:lnSpc>
              <a:spcBef>
                <a:spcPts val="0"/>
              </a:spcBef>
              <a:spcAft>
                <a:spcPts val="0"/>
              </a:spcAft>
              <a:buSzPts val="13900"/>
              <a:buNone/>
              <a:defRPr sz="13900"/>
            </a:lvl3pPr>
            <a:lvl4pPr lvl="3" algn="ctr">
              <a:lnSpc>
                <a:spcPct val="100000"/>
              </a:lnSpc>
              <a:spcBef>
                <a:spcPts val="0"/>
              </a:spcBef>
              <a:spcAft>
                <a:spcPts val="0"/>
              </a:spcAft>
              <a:buSzPts val="13900"/>
              <a:buNone/>
              <a:defRPr sz="13900"/>
            </a:lvl4pPr>
            <a:lvl5pPr lvl="4" algn="ctr">
              <a:lnSpc>
                <a:spcPct val="100000"/>
              </a:lnSpc>
              <a:spcBef>
                <a:spcPts val="0"/>
              </a:spcBef>
              <a:spcAft>
                <a:spcPts val="0"/>
              </a:spcAft>
              <a:buSzPts val="13900"/>
              <a:buNone/>
              <a:defRPr sz="13900"/>
            </a:lvl5pPr>
            <a:lvl6pPr lvl="5" algn="ctr">
              <a:lnSpc>
                <a:spcPct val="100000"/>
              </a:lnSpc>
              <a:spcBef>
                <a:spcPts val="0"/>
              </a:spcBef>
              <a:spcAft>
                <a:spcPts val="0"/>
              </a:spcAft>
              <a:buSzPts val="13900"/>
              <a:buNone/>
              <a:defRPr sz="13900"/>
            </a:lvl6pPr>
            <a:lvl7pPr lvl="6" algn="ctr">
              <a:lnSpc>
                <a:spcPct val="100000"/>
              </a:lnSpc>
              <a:spcBef>
                <a:spcPts val="0"/>
              </a:spcBef>
              <a:spcAft>
                <a:spcPts val="0"/>
              </a:spcAft>
              <a:buSzPts val="13900"/>
              <a:buNone/>
              <a:defRPr sz="13900"/>
            </a:lvl7pPr>
            <a:lvl8pPr lvl="7" algn="ctr">
              <a:lnSpc>
                <a:spcPct val="100000"/>
              </a:lnSpc>
              <a:spcBef>
                <a:spcPts val="0"/>
              </a:spcBef>
              <a:spcAft>
                <a:spcPts val="0"/>
              </a:spcAft>
              <a:buSzPts val="13900"/>
              <a:buNone/>
              <a:defRPr sz="13900"/>
            </a:lvl8pPr>
            <a:lvl9pPr lvl="8" algn="ctr">
              <a:lnSpc>
                <a:spcPct val="100000"/>
              </a:lnSpc>
              <a:spcBef>
                <a:spcPts val="0"/>
              </a:spcBef>
              <a:spcAft>
                <a:spcPts val="0"/>
              </a:spcAft>
              <a:buSzPts val="13900"/>
              <a:buNone/>
              <a:defRPr sz="13900"/>
            </a:lvl9pPr>
          </a:lstStyle>
          <a:p>
            <a:endParaRPr/>
          </a:p>
        </p:txBody>
      </p:sp>
      <p:sp>
        <p:nvSpPr>
          <p:cNvPr id="11" name="Google Shape;11;p2"/>
          <p:cNvSpPr txBox="1">
            <a:spLocks noGrp="1"/>
          </p:cNvSpPr>
          <p:nvPr>
            <p:ph type="subTitle" idx="1"/>
          </p:nvPr>
        </p:nvSpPr>
        <p:spPr>
          <a:xfrm>
            <a:off x="831398" y="7561193"/>
            <a:ext cx="22727100" cy="2114700"/>
          </a:xfrm>
          <a:prstGeom prst="rect">
            <a:avLst/>
          </a:prstGeom>
          <a:noFill/>
          <a:ln>
            <a:noFill/>
          </a:ln>
        </p:spPr>
        <p:txBody>
          <a:bodyPr spcFirstLastPara="1" wrap="square" lIns="243875" tIns="243875" rIns="243875" bIns="243875" anchor="t" anchorCtr="0">
            <a:normAutofit/>
          </a:bodyPr>
          <a:lstStyle>
            <a:lvl1pPr lvl="0" algn="ctr">
              <a:lnSpc>
                <a:spcPct val="100000"/>
              </a:lnSpc>
              <a:spcBef>
                <a:spcPts val="0"/>
              </a:spcBef>
              <a:spcAft>
                <a:spcPts val="0"/>
              </a:spcAft>
              <a:buSzPts val="7500"/>
              <a:buNone/>
              <a:defRPr sz="7500"/>
            </a:lvl1pPr>
            <a:lvl2pPr lvl="1" algn="ctr">
              <a:lnSpc>
                <a:spcPct val="100000"/>
              </a:lnSpc>
              <a:spcBef>
                <a:spcPts val="0"/>
              </a:spcBef>
              <a:spcAft>
                <a:spcPts val="0"/>
              </a:spcAft>
              <a:buSzPts val="7500"/>
              <a:buNone/>
              <a:defRPr sz="7500"/>
            </a:lvl2pPr>
            <a:lvl3pPr lvl="2" algn="ctr">
              <a:lnSpc>
                <a:spcPct val="100000"/>
              </a:lnSpc>
              <a:spcBef>
                <a:spcPts val="0"/>
              </a:spcBef>
              <a:spcAft>
                <a:spcPts val="0"/>
              </a:spcAft>
              <a:buSzPts val="7500"/>
              <a:buNone/>
              <a:defRPr sz="7500"/>
            </a:lvl3pPr>
            <a:lvl4pPr lvl="3" algn="ctr">
              <a:lnSpc>
                <a:spcPct val="100000"/>
              </a:lnSpc>
              <a:spcBef>
                <a:spcPts val="0"/>
              </a:spcBef>
              <a:spcAft>
                <a:spcPts val="0"/>
              </a:spcAft>
              <a:buSzPts val="7500"/>
              <a:buNone/>
              <a:defRPr sz="7500"/>
            </a:lvl4pPr>
            <a:lvl5pPr lvl="4" algn="ctr">
              <a:lnSpc>
                <a:spcPct val="100000"/>
              </a:lnSpc>
              <a:spcBef>
                <a:spcPts val="0"/>
              </a:spcBef>
              <a:spcAft>
                <a:spcPts val="0"/>
              </a:spcAft>
              <a:buSzPts val="7500"/>
              <a:buNone/>
              <a:defRPr sz="7500"/>
            </a:lvl5pPr>
            <a:lvl6pPr lvl="5" algn="ctr">
              <a:lnSpc>
                <a:spcPct val="100000"/>
              </a:lnSpc>
              <a:spcBef>
                <a:spcPts val="0"/>
              </a:spcBef>
              <a:spcAft>
                <a:spcPts val="0"/>
              </a:spcAft>
              <a:buSzPts val="7500"/>
              <a:buNone/>
              <a:defRPr sz="7500"/>
            </a:lvl6pPr>
            <a:lvl7pPr lvl="6" algn="ctr">
              <a:lnSpc>
                <a:spcPct val="100000"/>
              </a:lnSpc>
              <a:spcBef>
                <a:spcPts val="0"/>
              </a:spcBef>
              <a:spcAft>
                <a:spcPts val="0"/>
              </a:spcAft>
              <a:buSzPts val="7500"/>
              <a:buNone/>
              <a:defRPr sz="7500"/>
            </a:lvl7pPr>
            <a:lvl8pPr lvl="7" algn="ctr">
              <a:lnSpc>
                <a:spcPct val="100000"/>
              </a:lnSpc>
              <a:spcBef>
                <a:spcPts val="0"/>
              </a:spcBef>
              <a:spcAft>
                <a:spcPts val="0"/>
              </a:spcAft>
              <a:buSzPts val="7500"/>
              <a:buNone/>
              <a:defRPr sz="7500"/>
            </a:lvl8pPr>
            <a:lvl9pPr lvl="8" algn="ctr">
              <a:lnSpc>
                <a:spcPct val="100000"/>
              </a:lnSpc>
              <a:spcBef>
                <a:spcPts val="0"/>
              </a:spcBef>
              <a:spcAft>
                <a:spcPts val="0"/>
              </a:spcAft>
              <a:buSzPts val="7500"/>
              <a:buNone/>
              <a:defRPr sz="7500"/>
            </a:lvl9pPr>
          </a:lstStyle>
          <a:p>
            <a:endParaRPr/>
          </a:p>
        </p:txBody>
      </p:sp>
      <p:sp>
        <p:nvSpPr>
          <p:cNvPr id="12" name="Google Shape;12;p2"/>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831398" y="5738276"/>
            <a:ext cx="22727100" cy="2245800"/>
          </a:xfrm>
          <a:prstGeom prst="rect">
            <a:avLst/>
          </a:prstGeom>
          <a:noFill/>
          <a:ln>
            <a:noFill/>
          </a:ln>
        </p:spPr>
        <p:txBody>
          <a:bodyPr spcFirstLastPara="1" wrap="square" lIns="243875" tIns="243875" rIns="243875" bIns="243875" anchor="ctr" anchorCtr="0">
            <a:norm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endParaRPr/>
          </a:p>
        </p:txBody>
      </p:sp>
      <p:sp>
        <p:nvSpPr>
          <p:cNvPr id="15" name="Google Shape;15;p3"/>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a:endParaRPr/>
          </a:p>
        </p:txBody>
      </p:sp>
      <p:sp>
        <p:nvSpPr>
          <p:cNvPr id="18" name="Google Shape;18;p4"/>
          <p:cNvSpPr txBox="1">
            <a:spLocks noGrp="1"/>
          </p:cNvSpPr>
          <p:nvPr>
            <p:ph type="body" idx="1"/>
          </p:nvPr>
        </p:nvSpPr>
        <p:spPr>
          <a:xfrm>
            <a:off x="831398" y="3074701"/>
            <a:ext cx="22727100" cy="9114600"/>
          </a:xfrm>
          <a:prstGeom prst="rect">
            <a:avLst/>
          </a:prstGeom>
          <a:noFill/>
          <a:ln>
            <a:noFill/>
          </a:ln>
        </p:spPr>
        <p:txBody>
          <a:bodyPr spcFirstLastPara="1" wrap="square" lIns="243875" tIns="243875" rIns="243875" bIns="243875" anchor="t" anchorCtr="0">
            <a:normAutofit/>
          </a:bodyPr>
          <a:lstStyle>
            <a:lvl1pPr marL="457200" lvl="0" indent="-533400" algn="l">
              <a:lnSpc>
                <a:spcPct val="115000"/>
              </a:lnSpc>
              <a:spcBef>
                <a:spcPts val="0"/>
              </a:spcBef>
              <a:spcAft>
                <a:spcPts val="0"/>
              </a:spcAft>
              <a:buSzPts val="4800"/>
              <a:buChar char="●"/>
              <a:defRPr/>
            </a:lvl1pPr>
            <a:lvl2pPr marL="914400" lvl="1" indent="-463550" algn="l">
              <a:lnSpc>
                <a:spcPct val="115000"/>
              </a:lnSpc>
              <a:spcBef>
                <a:spcPts val="0"/>
              </a:spcBef>
              <a:spcAft>
                <a:spcPts val="0"/>
              </a:spcAft>
              <a:buSzPts val="3700"/>
              <a:buChar char="○"/>
              <a:defRPr/>
            </a:lvl2pPr>
            <a:lvl3pPr marL="1371600" lvl="2" indent="-463550" algn="l">
              <a:lnSpc>
                <a:spcPct val="115000"/>
              </a:lnSpc>
              <a:spcBef>
                <a:spcPts val="0"/>
              </a:spcBef>
              <a:spcAft>
                <a:spcPts val="0"/>
              </a:spcAft>
              <a:buSzPts val="3700"/>
              <a:buChar char="■"/>
              <a:defRPr/>
            </a:lvl3pPr>
            <a:lvl4pPr marL="1828800" lvl="3" indent="-463550" algn="l">
              <a:lnSpc>
                <a:spcPct val="115000"/>
              </a:lnSpc>
              <a:spcBef>
                <a:spcPts val="0"/>
              </a:spcBef>
              <a:spcAft>
                <a:spcPts val="0"/>
              </a:spcAft>
              <a:buSzPts val="3700"/>
              <a:buChar char="●"/>
              <a:defRPr/>
            </a:lvl4pPr>
            <a:lvl5pPr marL="2286000" lvl="4" indent="-463550" algn="l">
              <a:lnSpc>
                <a:spcPct val="115000"/>
              </a:lnSpc>
              <a:spcBef>
                <a:spcPts val="0"/>
              </a:spcBef>
              <a:spcAft>
                <a:spcPts val="0"/>
              </a:spcAft>
              <a:buSzPts val="3700"/>
              <a:buChar char="○"/>
              <a:defRPr/>
            </a:lvl5pPr>
            <a:lvl6pPr marL="2743200" lvl="5" indent="-463550" algn="l">
              <a:lnSpc>
                <a:spcPct val="115000"/>
              </a:lnSpc>
              <a:spcBef>
                <a:spcPts val="0"/>
              </a:spcBef>
              <a:spcAft>
                <a:spcPts val="0"/>
              </a:spcAft>
              <a:buSzPts val="3700"/>
              <a:buChar char="■"/>
              <a:defRPr/>
            </a:lvl6pPr>
            <a:lvl7pPr marL="3200400" lvl="6" indent="-463550" algn="l">
              <a:lnSpc>
                <a:spcPct val="115000"/>
              </a:lnSpc>
              <a:spcBef>
                <a:spcPts val="0"/>
              </a:spcBef>
              <a:spcAft>
                <a:spcPts val="0"/>
              </a:spcAft>
              <a:buSzPts val="3700"/>
              <a:buChar char="●"/>
              <a:defRPr/>
            </a:lvl7pPr>
            <a:lvl8pPr marL="3657600" lvl="7" indent="-463550" algn="l">
              <a:lnSpc>
                <a:spcPct val="115000"/>
              </a:lnSpc>
              <a:spcBef>
                <a:spcPts val="0"/>
              </a:spcBef>
              <a:spcAft>
                <a:spcPts val="0"/>
              </a:spcAft>
              <a:buSzPts val="3700"/>
              <a:buChar char="○"/>
              <a:defRPr/>
            </a:lvl8pPr>
            <a:lvl9pPr marL="4114800" lvl="8" indent="-463550" algn="l">
              <a:lnSpc>
                <a:spcPct val="115000"/>
              </a:lnSpc>
              <a:spcBef>
                <a:spcPts val="0"/>
              </a:spcBef>
              <a:spcAft>
                <a:spcPts val="0"/>
              </a:spcAft>
              <a:buSzPts val="3700"/>
              <a:buChar char="■"/>
              <a:defRPr/>
            </a:lvl9pPr>
          </a:lstStyle>
          <a:p>
            <a:endParaRPr/>
          </a:p>
        </p:txBody>
      </p:sp>
      <p:sp>
        <p:nvSpPr>
          <p:cNvPr id="19" name="Google Shape;19;p4"/>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a:endParaRPr/>
          </a:p>
        </p:txBody>
      </p:sp>
      <p:sp>
        <p:nvSpPr>
          <p:cNvPr id="22" name="Google Shape;22;p5"/>
          <p:cNvSpPr txBox="1">
            <a:spLocks noGrp="1"/>
          </p:cNvSpPr>
          <p:nvPr>
            <p:ph type="body" idx="1"/>
          </p:nvPr>
        </p:nvSpPr>
        <p:spPr>
          <a:xfrm>
            <a:off x="831398" y="3074701"/>
            <a:ext cx="10668900" cy="9114600"/>
          </a:xfrm>
          <a:prstGeom prst="rect">
            <a:avLst/>
          </a:prstGeom>
          <a:noFill/>
          <a:ln>
            <a:noFill/>
          </a:ln>
        </p:spPr>
        <p:txBody>
          <a:bodyPr spcFirstLastPara="1" wrap="square" lIns="243875" tIns="243875" rIns="243875" bIns="243875" anchor="t" anchorCtr="0">
            <a:normAutofit/>
          </a:bodyPr>
          <a:lstStyle>
            <a:lvl1pPr marL="457200" lvl="0" indent="-463550" algn="l">
              <a:lnSpc>
                <a:spcPct val="115000"/>
              </a:lnSpc>
              <a:spcBef>
                <a:spcPts val="0"/>
              </a:spcBef>
              <a:spcAft>
                <a:spcPts val="0"/>
              </a:spcAft>
              <a:buSzPts val="3700"/>
              <a:buChar char="●"/>
              <a:defRPr sz="3700"/>
            </a:lvl1pPr>
            <a:lvl2pPr marL="914400" lvl="1" indent="-431800" algn="l">
              <a:lnSpc>
                <a:spcPct val="115000"/>
              </a:lnSpc>
              <a:spcBef>
                <a:spcPts val="0"/>
              </a:spcBef>
              <a:spcAft>
                <a:spcPts val="0"/>
              </a:spcAft>
              <a:buSzPts val="3200"/>
              <a:buChar char="○"/>
              <a:defRPr sz="3200"/>
            </a:lvl2pPr>
            <a:lvl3pPr marL="1371600" lvl="2" indent="-431800" algn="l">
              <a:lnSpc>
                <a:spcPct val="115000"/>
              </a:lnSpc>
              <a:spcBef>
                <a:spcPts val="0"/>
              </a:spcBef>
              <a:spcAft>
                <a:spcPts val="0"/>
              </a:spcAft>
              <a:buSzPts val="3200"/>
              <a:buChar char="■"/>
              <a:defRPr sz="3200"/>
            </a:lvl3pPr>
            <a:lvl4pPr marL="1828800" lvl="3" indent="-431800" algn="l">
              <a:lnSpc>
                <a:spcPct val="115000"/>
              </a:lnSpc>
              <a:spcBef>
                <a:spcPts val="0"/>
              </a:spcBef>
              <a:spcAft>
                <a:spcPts val="0"/>
              </a:spcAft>
              <a:buSzPts val="3200"/>
              <a:buChar char="●"/>
              <a:defRPr sz="3200"/>
            </a:lvl4pPr>
            <a:lvl5pPr marL="2286000" lvl="4" indent="-431800" algn="l">
              <a:lnSpc>
                <a:spcPct val="115000"/>
              </a:lnSpc>
              <a:spcBef>
                <a:spcPts val="0"/>
              </a:spcBef>
              <a:spcAft>
                <a:spcPts val="0"/>
              </a:spcAft>
              <a:buSzPts val="3200"/>
              <a:buChar char="○"/>
              <a:defRPr sz="3200"/>
            </a:lvl5pPr>
            <a:lvl6pPr marL="2743200" lvl="5" indent="-431800" algn="l">
              <a:lnSpc>
                <a:spcPct val="115000"/>
              </a:lnSpc>
              <a:spcBef>
                <a:spcPts val="0"/>
              </a:spcBef>
              <a:spcAft>
                <a:spcPts val="0"/>
              </a:spcAft>
              <a:buSzPts val="3200"/>
              <a:buChar char="■"/>
              <a:defRPr sz="3200"/>
            </a:lvl6pPr>
            <a:lvl7pPr marL="3200400" lvl="6" indent="-431800" algn="l">
              <a:lnSpc>
                <a:spcPct val="115000"/>
              </a:lnSpc>
              <a:spcBef>
                <a:spcPts val="0"/>
              </a:spcBef>
              <a:spcAft>
                <a:spcPts val="0"/>
              </a:spcAft>
              <a:buSzPts val="3200"/>
              <a:buChar char="●"/>
              <a:defRPr sz="3200"/>
            </a:lvl7pPr>
            <a:lvl8pPr marL="3657600" lvl="7" indent="-431800" algn="l">
              <a:lnSpc>
                <a:spcPct val="115000"/>
              </a:lnSpc>
              <a:spcBef>
                <a:spcPts val="0"/>
              </a:spcBef>
              <a:spcAft>
                <a:spcPts val="0"/>
              </a:spcAft>
              <a:buSzPts val="3200"/>
              <a:buChar char="○"/>
              <a:defRPr sz="3200"/>
            </a:lvl8pPr>
            <a:lvl9pPr marL="4114800" lvl="8" indent="-431800" algn="l">
              <a:lnSpc>
                <a:spcPct val="115000"/>
              </a:lnSpc>
              <a:spcBef>
                <a:spcPts val="0"/>
              </a:spcBef>
              <a:spcAft>
                <a:spcPts val="0"/>
              </a:spcAft>
              <a:buSzPts val="3200"/>
              <a:buChar char="■"/>
              <a:defRPr sz="3200"/>
            </a:lvl9pPr>
          </a:lstStyle>
          <a:p>
            <a:endParaRPr/>
          </a:p>
        </p:txBody>
      </p:sp>
      <p:sp>
        <p:nvSpPr>
          <p:cNvPr id="23" name="Google Shape;23;p5"/>
          <p:cNvSpPr txBox="1">
            <a:spLocks noGrp="1"/>
          </p:cNvSpPr>
          <p:nvPr>
            <p:ph type="body" idx="2"/>
          </p:nvPr>
        </p:nvSpPr>
        <p:spPr>
          <a:xfrm>
            <a:off x="12889465" y="3074701"/>
            <a:ext cx="10668900" cy="9114600"/>
          </a:xfrm>
          <a:prstGeom prst="rect">
            <a:avLst/>
          </a:prstGeom>
          <a:noFill/>
          <a:ln>
            <a:noFill/>
          </a:ln>
        </p:spPr>
        <p:txBody>
          <a:bodyPr spcFirstLastPara="1" wrap="square" lIns="243875" tIns="243875" rIns="243875" bIns="243875" anchor="t" anchorCtr="0">
            <a:normAutofit/>
          </a:bodyPr>
          <a:lstStyle>
            <a:lvl1pPr marL="457200" lvl="0" indent="-463550" algn="l">
              <a:lnSpc>
                <a:spcPct val="115000"/>
              </a:lnSpc>
              <a:spcBef>
                <a:spcPts val="0"/>
              </a:spcBef>
              <a:spcAft>
                <a:spcPts val="0"/>
              </a:spcAft>
              <a:buSzPts val="3700"/>
              <a:buChar char="●"/>
              <a:defRPr sz="3700"/>
            </a:lvl1pPr>
            <a:lvl2pPr marL="914400" lvl="1" indent="-431800" algn="l">
              <a:lnSpc>
                <a:spcPct val="115000"/>
              </a:lnSpc>
              <a:spcBef>
                <a:spcPts val="0"/>
              </a:spcBef>
              <a:spcAft>
                <a:spcPts val="0"/>
              </a:spcAft>
              <a:buSzPts val="3200"/>
              <a:buChar char="○"/>
              <a:defRPr sz="3200"/>
            </a:lvl2pPr>
            <a:lvl3pPr marL="1371600" lvl="2" indent="-431800" algn="l">
              <a:lnSpc>
                <a:spcPct val="115000"/>
              </a:lnSpc>
              <a:spcBef>
                <a:spcPts val="0"/>
              </a:spcBef>
              <a:spcAft>
                <a:spcPts val="0"/>
              </a:spcAft>
              <a:buSzPts val="3200"/>
              <a:buChar char="■"/>
              <a:defRPr sz="3200"/>
            </a:lvl3pPr>
            <a:lvl4pPr marL="1828800" lvl="3" indent="-431800" algn="l">
              <a:lnSpc>
                <a:spcPct val="115000"/>
              </a:lnSpc>
              <a:spcBef>
                <a:spcPts val="0"/>
              </a:spcBef>
              <a:spcAft>
                <a:spcPts val="0"/>
              </a:spcAft>
              <a:buSzPts val="3200"/>
              <a:buChar char="●"/>
              <a:defRPr sz="3200"/>
            </a:lvl4pPr>
            <a:lvl5pPr marL="2286000" lvl="4" indent="-431800" algn="l">
              <a:lnSpc>
                <a:spcPct val="115000"/>
              </a:lnSpc>
              <a:spcBef>
                <a:spcPts val="0"/>
              </a:spcBef>
              <a:spcAft>
                <a:spcPts val="0"/>
              </a:spcAft>
              <a:buSzPts val="3200"/>
              <a:buChar char="○"/>
              <a:defRPr sz="3200"/>
            </a:lvl5pPr>
            <a:lvl6pPr marL="2743200" lvl="5" indent="-431800" algn="l">
              <a:lnSpc>
                <a:spcPct val="115000"/>
              </a:lnSpc>
              <a:spcBef>
                <a:spcPts val="0"/>
              </a:spcBef>
              <a:spcAft>
                <a:spcPts val="0"/>
              </a:spcAft>
              <a:buSzPts val="3200"/>
              <a:buChar char="■"/>
              <a:defRPr sz="3200"/>
            </a:lvl6pPr>
            <a:lvl7pPr marL="3200400" lvl="6" indent="-431800" algn="l">
              <a:lnSpc>
                <a:spcPct val="115000"/>
              </a:lnSpc>
              <a:spcBef>
                <a:spcPts val="0"/>
              </a:spcBef>
              <a:spcAft>
                <a:spcPts val="0"/>
              </a:spcAft>
              <a:buSzPts val="3200"/>
              <a:buChar char="●"/>
              <a:defRPr sz="3200"/>
            </a:lvl7pPr>
            <a:lvl8pPr marL="3657600" lvl="7" indent="-431800" algn="l">
              <a:lnSpc>
                <a:spcPct val="115000"/>
              </a:lnSpc>
              <a:spcBef>
                <a:spcPts val="0"/>
              </a:spcBef>
              <a:spcAft>
                <a:spcPts val="0"/>
              </a:spcAft>
              <a:buSzPts val="3200"/>
              <a:buChar char="○"/>
              <a:defRPr sz="3200"/>
            </a:lvl8pPr>
            <a:lvl9pPr marL="4114800" lvl="8" indent="-431800" algn="l">
              <a:lnSpc>
                <a:spcPct val="115000"/>
              </a:lnSpc>
              <a:spcBef>
                <a:spcPts val="0"/>
              </a:spcBef>
              <a:spcAft>
                <a:spcPts val="0"/>
              </a:spcAft>
              <a:buSzPts val="3200"/>
              <a:buChar char="■"/>
              <a:defRPr sz="3200"/>
            </a:lvl9pPr>
          </a:lstStyle>
          <a:p>
            <a:endParaRPr/>
          </a:p>
        </p:txBody>
      </p:sp>
      <p:sp>
        <p:nvSpPr>
          <p:cNvPr id="24" name="Google Shape;24;p5"/>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a:endParaRPr/>
          </a:p>
        </p:txBody>
      </p:sp>
      <p:sp>
        <p:nvSpPr>
          <p:cNvPr id="27" name="Google Shape;27;p6"/>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831398" y="1482291"/>
            <a:ext cx="7489800" cy="2016000"/>
          </a:xfrm>
          <a:prstGeom prst="rect">
            <a:avLst/>
          </a:prstGeom>
          <a:noFill/>
          <a:ln>
            <a:noFill/>
          </a:ln>
        </p:spPr>
        <p:txBody>
          <a:bodyPr spcFirstLastPara="1" wrap="square" lIns="243875" tIns="243875" rIns="243875" bIns="243875" anchor="b"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30" name="Google Shape;30;p7"/>
          <p:cNvSpPr txBox="1">
            <a:spLocks noGrp="1"/>
          </p:cNvSpPr>
          <p:nvPr>
            <p:ph type="body" idx="1"/>
          </p:nvPr>
        </p:nvSpPr>
        <p:spPr>
          <a:xfrm>
            <a:off x="831398" y="3707329"/>
            <a:ext cx="7489800" cy="8482500"/>
          </a:xfrm>
          <a:prstGeom prst="rect">
            <a:avLst/>
          </a:prstGeom>
          <a:noFill/>
          <a:ln>
            <a:noFill/>
          </a:ln>
        </p:spPr>
        <p:txBody>
          <a:bodyPr spcFirstLastPara="1" wrap="square" lIns="243875" tIns="243875" rIns="243875" bIns="243875" anchor="t" anchorCtr="0">
            <a:normAutofit/>
          </a:bodyPr>
          <a:lstStyle>
            <a:lvl1pPr marL="457200" lvl="0" indent="-431800" algn="l">
              <a:lnSpc>
                <a:spcPct val="115000"/>
              </a:lnSpc>
              <a:spcBef>
                <a:spcPts val="0"/>
              </a:spcBef>
              <a:spcAft>
                <a:spcPts val="0"/>
              </a:spcAft>
              <a:buSzPts val="3200"/>
              <a:buChar char="●"/>
              <a:defRPr sz="3200"/>
            </a:lvl1pPr>
            <a:lvl2pPr marL="914400" lvl="1" indent="-431800" algn="l">
              <a:lnSpc>
                <a:spcPct val="115000"/>
              </a:lnSpc>
              <a:spcBef>
                <a:spcPts val="0"/>
              </a:spcBef>
              <a:spcAft>
                <a:spcPts val="0"/>
              </a:spcAft>
              <a:buSzPts val="3200"/>
              <a:buChar char="○"/>
              <a:defRPr sz="3200"/>
            </a:lvl2pPr>
            <a:lvl3pPr marL="1371600" lvl="2" indent="-431800" algn="l">
              <a:lnSpc>
                <a:spcPct val="115000"/>
              </a:lnSpc>
              <a:spcBef>
                <a:spcPts val="0"/>
              </a:spcBef>
              <a:spcAft>
                <a:spcPts val="0"/>
              </a:spcAft>
              <a:buSzPts val="3200"/>
              <a:buChar char="■"/>
              <a:defRPr sz="3200"/>
            </a:lvl3pPr>
            <a:lvl4pPr marL="1828800" lvl="3" indent="-431800" algn="l">
              <a:lnSpc>
                <a:spcPct val="115000"/>
              </a:lnSpc>
              <a:spcBef>
                <a:spcPts val="0"/>
              </a:spcBef>
              <a:spcAft>
                <a:spcPts val="0"/>
              </a:spcAft>
              <a:buSzPts val="3200"/>
              <a:buChar char="●"/>
              <a:defRPr sz="3200"/>
            </a:lvl4pPr>
            <a:lvl5pPr marL="2286000" lvl="4" indent="-431800" algn="l">
              <a:lnSpc>
                <a:spcPct val="115000"/>
              </a:lnSpc>
              <a:spcBef>
                <a:spcPts val="0"/>
              </a:spcBef>
              <a:spcAft>
                <a:spcPts val="0"/>
              </a:spcAft>
              <a:buSzPts val="3200"/>
              <a:buChar char="○"/>
              <a:defRPr sz="3200"/>
            </a:lvl5pPr>
            <a:lvl6pPr marL="2743200" lvl="5" indent="-431800" algn="l">
              <a:lnSpc>
                <a:spcPct val="115000"/>
              </a:lnSpc>
              <a:spcBef>
                <a:spcPts val="0"/>
              </a:spcBef>
              <a:spcAft>
                <a:spcPts val="0"/>
              </a:spcAft>
              <a:buSzPts val="3200"/>
              <a:buChar char="■"/>
              <a:defRPr sz="3200"/>
            </a:lvl6pPr>
            <a:lvl7pPr marL="3200400" lvl="6" indent="-431800" algn="l">
              <a:lnSpc>
                <a:spcPct val="115000"/>
              </a:lnSpc>
              <a:spcBef>
                <a:spcPts val="0"/>
              </a:spcBef>
              <a:spcAft>
                <a:spcPts val="0"/>
              </a:spcAft>
              <a:buSzPts val="3200"/>
              <a:buChar char="●"/>
              <a:defRPr sz="3200"/>
            </a:lvl7pPr>
            <a:lvl8pPr marL="3657600" lvl="7" indent="-431800" algn="l">
              <a:lnSpc>
                <a:spcPct val="115000"/>
              </a:lnSpc>
              <a:spcBef>
                <a:spcPts val="0"/>
              </a:spcBef>
              <a:spcAft>
                <a:spcPts val="0"/>
              </a:spcAft>
              <a:buSzPts val="3200"/>
              <a:buChar char="○"/>
              <a:defRPr sz="3200"/>
            </a:lvl8pPr>
            <a:lvl9pPr marL="4114800" lvl="8" indent="-431800" algn="l">
              <a:lnSpc>
                <a:spcPct val="115000"/>
              </a:lnSpc>
              <a:spcBef>
                <a:spcPts val="0"/>
              </a:spcBef>
              <a:spcAft>
                <a:spcPts val="0"/>
              </a:spcAft>
              <a:buSzPts val="3200"/>
              <a:buChar char="■"/>
              <a:defRPr sz="3200"/>
            </a:lvl9pPr>
          </a:lstStyle>
          <a:p>
            <a:endParaRPr/>
          </a:p>
        </p:txBody>
      </p:sp>
      <p:sp>
        <p:nvSpPr>
          <p:cNvPr id="31" name="Google Shape;31;p7"/>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307644" y="1200960"/>
            <a:ext cx="16984800" cy="10914000"/>
          </a:xfrm>
          <a:prstGeom prst="rect">
            <a:avLst/>
          </a:prstGeom>
          <a:noFill/>
          <a:ln>
            <a:noFill/>
          </a:ln>
        </p:spPr>
        <p:txBody>
          <a:bodyPr spcFirstLastPara="1" wrap="square" lIns="243875" tIns="243875" rIns="243875" bIns="243875" anchor="ctr" anchorCtr="0">
            <a:normAutofit/>
          </a:bodyPr>
          <a:lstStyle>
            <a:lvl1pPr lvl="0" algn="l">
              <a:lnSpc>
                <a:spcPct val="100000"/>
              </a:lnSpc>
              <a:spcBef>
                <a:spcPts val="0"/>
              </a:spcBef>
              <a:spcAft>
                <a:spcPts val="0"/>
              </a:spcAft>
              <a:buSzPts val="12800"/>
              <a:buNone/>
              <a:defRPr sz="12800"/>
            </a:lvl1pPr>
            <a:lvl2pPr lvl="1" algn="l">
              <a:lnSpc>
                <a:spcPct val="100000"/>
              </a:lnSpc>
              <a:spcBef>
                <a:spcPts val="0"/>
              </a:spcBef>
              <a:spcAft>
                <a:spcPts val="0"/>
              </a:spcAft>
              <a:buSzPts val="12800"/>
              <a:buNone/>
              <a:defRPr sz="12800"/>
            </a:lvl2pPr>
            <a:lvl3pPr lvl="2" algn="l">
              <a:lnSpc>
                <a:spcPct val="100000"/>
              </a:lnSpc>
              <a:spcBef>
                <a:spcPts val="0"/>
              </a:spcBef>
              <a:spcAft>
                <a:spcPts val="0"/>
              </a:spcAft>
              <a:buSzPts val="12800"/>
              <a:buNone/>
              <a:defRPr sz="12800"/>
            </a:lvl3pPr>
            <a:lvl4pPr lvl="3" algn="l">
              <a:lnSpc>
                <a:spcPct val="100000"/>
              </a:lnSpc>
              <a:spcBef>
                <a:spcPts val="0"/>
              </a:spcBef>
              <a:spcAft>
                <a:spcPts val="0"/>
              </a:spcAft>
              <a:buSzPts val="12800"/>
              <a:buNone/>
              <a:defRPr sz="12800"/>
            </a:lvl4pPr>
            <a:lvl5pPr lvl="4" algn="l">
              <a:lnSpc>
                <a:spcPct val="100000"/>
              </a:lnSpc>
              <a:spcBef>
                <a:spcPts val="0"/>
              </a:spcBef>
              <a:spcAft>
                <a:spcPts val="0"/>
              </a:spcAft>
              <a:buSzPts val="12800"/>
              <a:buNone/>
              <a:defRPr sz="12800"/>
            </a:lvl5pPr>
            <a:lvl6pPr lvl="5" algn="l">
              <a:lnSpc>
                <a:spcPct val="100000"/>
              </a:lnSpc>
              <a:spcBef>
                <a:spcPts val="0"/>
              </a:spcBef>
              <a:spcAft>
                <a:spcPts val="0"/>
              </a:spcAft>
              <a:buSzPts val="12800"/>
              <a:buNone/>
              <a:defRPr sz="12800"/>
            </a:lvl6pPr>
            <a:lvl7pPr lvl="6" algn="l">
              <a:lnSpc>
                <a:spcPct val="100000"/>
              </a:lnSpc>
              <a:spcBef>
                <a:spcPts val="0"/>
              </a:spcBef>
              <a:spcAft>
                <a:spcPts val="0"/>
              </a:spcAft>
              <a:buSzPts val="12800"/>
              <a:buNone/>
              <a:defRPr sz="12800"/>
            </a:lvl7pPr>
            <a:lvl8pPr lvl="7" algn="l">
              <a:lnSpc>
                <a:spcPct val="100000"/>
              </a:lnSpc>
              <a:spcBef>
                <a:spcPts val="0"/>
              </a:spcBef>
              <a:spcAft>
                <a:spcPts val="0"/>
              </a:spcAft>
              <a:buSzPts val="12800"/>
              <a:buNone/>
              <a:defRPr sz="12800"/>
            </a:lvl8pPr>
            <a:lvl9pPr lvl="8" algn="l">
              <a:lnSpc>
                <a:spcPct val="100000"/>
              </a:lnSpc>
              <a:spcBef>
                <a:spcPts val="0"/>
              </a:spcBef>
              <a:spcAft>
                <a:spcPts val="0"/>
              </a:spcAft>
              <a:buSzPts val="12800"/>
              <a:buNone/>
              <a:defRPr sz="12800"/>
            </a:lvl9pPr>
          </a:lstStyle>
          <a:p>
            <a:endParaRPr/>
          </a:p>
        </p:txBody>
      </p:sp>
      <p:sp>
        <p:nvSpPr>
          <p:cNvPr id="34" name="Google Shape;34;p8"/>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2194900" y="-333"/>
            <a:ext cx="12195000" cy="13722300"/>
          </a:xfrm>
          <a:prstGeom prst="rect">
            <a:avLst/>
          </a:prstGeom>
          <a:solidFill>
            <a:schemeClr val="lt2"/>
          </a:solidFill>
          <a:ln>
            <a:noFill/>
          </a:ln>
        </p:spPr>
        <p:txBody>
          <a:bodyPr spcFirstLastPara="1" wrap="square" lIns="243875" tIns="243875" rIns="243875" bIns="2438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708168" y="3290001"/>
            <a:ext cx="10789800" cy="3954600"/>
          </a:xfrm>
          <a:prstGeom prst="rect">
            <a:avLst/>
          </a:prstGeom>
          <a:noFill/>
          <a:ln>
            <a:noFill/>
          </a:ln>
        </p:spPr>
        <p:txBody>
          <a:bodyPr spcFirstLastPara="1" wrap="square" lIns="243875" tIns="243875" rIns="243875" bIns="243875" anchor="b" anchorCtr="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a:endParaRPr/>
          </a:p>
        </p:txBody>
      </p:sp>
      <p:sp>
        <p:nvSpPr>
          <p:cNvPr id="38" name="Google Shape;38;p9"/>
          <p:cNvSpPr txBox="1">
            <a:spLocks noGrp="1"/>
          </p:cNvSpPr>
          <p:nvPr>
            <p:ph type="subTitle" idx="1"/>
          </p:nvPr>
        </p:nvSpPr>
        <p:spPr>
          <a:xfrm>
            <a:off x="708168" y="7478355"/>
            <a:ext cx="10789800" cy="3295200"/>
          </a:xfrm>
          <a:prstGeom prst="rect">
            <a:avLst/>
          </a:prstGeom>
          <a:noFill/>
          <a:ln>
            <a:noFill/>
          </a:ln>
        </p:spPr>
        <p:txBody>
          <a:bodyPr spcFirstLastPara="1" wrap="square" lIns="243875" tIns="243875" rIns="243875" bIns="243875" anchor="t"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39" name="Google Shape;39;p9"/>
          <p:cNvSpPr txBox="1">
            <a:spLocks noGrp="1"/>
          </p:cNvSpPr>
          <p:nvPr>
            <p:ph type="body" idx="2"/>
          </p:nvPr>
        </p:nvSpPr>
        <p:spPr>
          <a:xfrm>
            <a:off x="13175133" y="1931768"/>
            <a:ext cx="10234500" cy="9858300"/>
          </a:xfrm>
          <a:prstGeom prst="rect">
            <a:avLst/>
          </a:prstGeom>
          <a:noFill/>
          <a:ln>
            <a:noFill/>
          </a:ln>
        </p:spPr>
        <p:txBody>
          <a:bodyPr spcFirstLastPara="1" wrap="square" lIns="243875" tIns="243875" rIns="243875" bIns="243875" anchor="ctr" anchorCtr="0">
            <a:normAutofit/>
          </a:bodyPr>
          <a:lstStyle>
            <a:lvl1pPr marL="457200" lvl="0" indent="-533400" algn="l">
              <a:lnSpc>
                <a:spcPct val="115000"/>
              </a:lnSpc>
              <a:spcBef>
                <a:spcPts val="0"/>
              </a:spcBef>
              <a:spcAft>
                <a:spcPts val="0"/>
              </a:spcAft>
              <a:buSzPts val="4800"/>
              <a:buChar char="●"/>
              <a:defRPr/>
            </a:lvl1pPr>
            <a:lvl2pPr marL="914400" lvl="1" indent="-463550" algn="l">
              <a:lnSpc>
                <a:spcPct val="115000"/>
              </a:lnSpc>
              <a:spcBef>
                <a:spcPts val="0"/>
              </a:spcBef>
              <a:spcAft>
                <a:spcPts val="0"/>
              </a:spcAft>
              <a:buSzPts val="3700"/>
              <a:buChar char="○"/>
              <a:defRPr/>
            </a:lvl2pPr>
            <a:lvl3pPr marL="1371600" lvl="2" indent="-463550" algn="l">
              <a:lnSpc>
                <a:spcPct val="115000"/>
              </a:lnSpc>
              <a:spcBef>
                <a:spcPts val="0"/>
              </a:spcBef>
              <a:spcAft>
                <a:spcPts val="0"/>
              </a:spcAft>
              <a:buSzPts val="3700"/>
              <a:buChar char="■"/>
              <a:defRPr/>
            </a:lvl3pPr>
            <a:lvl4pPr marL="1828800" lvl="3" indent="-463550" algn="l">
              <a:lnSpc>
                <a:spcPct val="115000"/>
              </a:lnSpc>
              <a:spcBef>
                <a:spcPts val="0"/>
              </a:spcBef>
              <a:spcAft>
                <a:spcPts val="0"/>
              </a:spcAft>
              <a:buSzPts val="3700"/>
              <a:buChar char="●"/>
              <a:defRPr/>
            </a:lvl4pPr>
            <a:lvl5pPr marL="2286000" lvl="4" indent="-463550" algn="l">
              <a:lnSpc>
                <a:spcPct val="115000"/>
              </a:lnSpc>
              <a:spcBef>
                <a:spcPts val="0"/>
              </a:spcBef>
              <a:spcAft>
                <a:spcPts val="0"/>
              </a:spcAft>
              <a:buSzPts val="3700"/>
              <a:buChar char="○"/>
              <a:defRPr/>
            </a:lvl5pPr>
            <a:lvl6pPr marL="2743200" lvl="5" indent="-463550" algn="l">
              <a:lnSpc>
                <a:spcPct val="115000"/>
              </a:lnSpc>
              <a:spcBef>
                <a:spcPts val="0"/>
              </a:spcBef>
              <a:spcAft>
                <a:spcPts val="0"/>
              </a:spcAft>
              <a:buSzPts val="3700"/>
              <a:buChar char="■"/>
              <a:defRPr/>
            </a:lvl6pPr>
            <a:lvl7pPr marL="3200400" lvl="6" indent="-463550" algn="l">
              <a:lnSpc>
                <a:spcPct val="115000"/>
              </a:lnSpc>
              <a:spcBef>
                <a:spcPts val="0"/>
              </a:spcBef>
              <a:spcAft>
                <a:spcPts val="0"/>
              </a:spcAft>
              <a:buSzPts val="3700"/>
              <a:buChar char="●"/>
              <a:defRPr/>
            </a:lvl7pPr>
            <a:lvl8pPr marL="3657600" lvl="7" indent="-463550" algn="l">
              <a:lnSpc>
                <a:spcPct val="115000"/>
              </a:lnSpc>
              <a:spcBef>
                <a:spcPts val="0"/>
              </a:spcBef>
              <a:spcAft>
                <a:spcPts val="0"/>
              </a:spcAft>
              <a:buSzPts val="3700"/>
              <a:buChar char="○"/>
              <a:defRPr/>
            </a:lvl8pPr>
            <a:lvl9pPr marL="4114800" lvl="8" indent="-463550" algn="l">
              <a:lnSpc>
                <a:spcPct val="115000"/>
              </a:lnSpc>
              <a:spcBef>
                <a:spcPts val="0"/>
              </a:spcBef>
              <a:spcAft>
                <a:spcPts val="0"/>
              </a:spcAft>
              <a:buSzPts val="3700"/>
              <a:buChar char="■"/>
              <a:defRPr/>
            </a:lvl9pPr>
          </a:lstStyle>
          <a:p>
            <a:endParaRPr/>
          </a:p>
        </p:txBody>
      </p:sp>
      <p:sp>
        <p:nvSpPr>
          <p:cNvPr id="40" name="Google Shape;40;p9"/>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831398" y="11286797"/>
            <a:ext cx="16000500" cy="1614300"/>
          </a:xfrm>
          <a:prstGeom prst="rect">
            <a:avLst/>
          </a:prstGeom>
          <a:noFill/>
          <a:ln>
            <a:noFill/>
          </a:ln>
        </p:spPr>
        <p:txBody>
          <a:bodyPr spcFirstLastPara="1" wrap="square" lIns="243875" tIns="243875" rIns="243875" bIns="243875" anchor="ctr" anchorCtr="0">
            <a:normAutofit/>
          </a:bodyPr>
          <a:lstStyle>
            <a:lvl1pPr marL="457200" lvl="0" indent="-228600" algn="l">
              <a:lnSpc>
                <a:spcPct val="100000"/>
              </a:lnSpc>
              <a:spcBef>
                <a:spcPts val="0"/>
              </a:spcBef>
              <a:spcAft>
                <a:spcPts val="0"/>
              </a:spcAft>
              <a:buSzPts val="4800"/>
              <a:buNone/>
              <a:defRPr/>
            </a:lvl1pPr>
          </a:lstStyle>
          <a:p>
            <a:endParaRPr/>
          </a:p>
        </p:txBody>
      </p:sp>
      <p:sp>
        <p:nvSpPr>
          <p:cNvPr id="43" name="Google Shape;43;p10"/>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831398" y="2951043"/>
            <a:ext cx="22727100" cy="5238300"/>
          </a:xfrm>
          <a:prstGeom prst="rect">
            <a:avLst/>
          </a:prstGeom>
          <a:noFill/>
          <a:ln>
            <a:noFill/>
          </a:ln>
        </p:spPr>
        <p:txBody>
          <a:bodyPr spcFirstLastPara="1" wrap="square" lIns="243875" tIns="243875" rIns="243875" bIns="243875" anchor="b" anchorCtr="0">
            <a:normAutofit/>
          </a:bodyPr>
          <a:lstStyle>
            <a:lvl1pPr lvl="0" algn="ctr">
              <a:lnSpc>
                <a:spcPct val="100000"/>
              </a:lnSpc>
              <a:spcBef>
                <a:spcPts val="0"/>
              </a:spcBef>
              <a:spcAft>
                <a:spcPts val="0"/>
              </a:spcAft>
              <a:buSzPts val="32000"/>
              <a:buNone/>
              <a:defRPr sz="32000"/>
            </a:lvl1pPr>
            <a:lvl2pPr lvl="1" algn="ctr">
              <a:lnSpc>
                <a:spcPct val="100000"/>
              </a:lnSpc>
              <a:spcBef>
                <a:spcPts val="0"/>
              </a:spcBef>
              <a:spcAft>
                <a:spcPts val="0"/>
              </a:spcAft>
              <a:buSzPts val="32000"/>
              <a:buNone/>
              <a:defRPr sz="32000"/>
            </a:lvl2pPr>
            <a:lvl3pPr lvl="2" algn="ctr">
              <a:lnSpc>
                <a:spcPct val="100000"/>
              </a:lnSpc>
              <a:spcBef>
                <a:spcPts val="0"/>
              </a:spcBef>
              <a:spcAft>
                <a:spcPts val="0"/>
              </a:spcAft>
              <a:buSzPts val="32000"/>
              <a:buNone/>
              <a:defRPr sz="32000"/>
            </a:lvl3pPr>
            <a:lvl4pPr lvl="3" algn="ctr">
              <a:lnSpc>
                <a:spcPct val="100000"/>
              </a:lnSpc>
              <a:spcBef>
                <a:spcPts val="0"/>
              </a:spcBef>
              <a:spcAft>
                <a:spcPts val="0"/>
              </a:spcAft>
              <a:buSzPts val="32000"/>
              <a:buNone/>
              <a:defRPr sz="32000"/>
            </a:lvl4pPr>
            <a:lvl5pPr lvl="4" algn="ctr">
              <a:lnSpc>
                <a:spcPct val="100000"/>
              </a:lnSpc>
              <a:spcBef>
                <a:spcPts val="0"/>
              </a:spcBef>
              <a:spcAft>
                <a:spcPts val="0"/>
              </a:spcAft>
              <a:buSzPts val="32000"/>
              <a:buNone/>
              <a:defRPr sz="32000"/>
            </a:lvl5pPr>
            <a:lvl6pPr lvl="5" algn="ctr">
              <a:lnSpc>
                <a:spcPct val="100000"/>
              </a:lnSpc>
              <a:spcBef>
                <a:spcPts val="0"/>
              </a:spcBef>
              <a:spcAft>
                <a:spcPts val="0"/>
              </a:spcAft>
              <a:buSzPts val="32000"/>
              <a:buNone/>
              <a:defRPr sz="32000"/>
            </a:lvl6pPr>
            <a:lvl7pPr lvl="6" algn="ctr">
              <a:lnSpc>
                <a:spcPct val="100000"/>
              </a:lnSpc>
              <a:spcBef>
                <a:spcPts val="0"/>
              </a:spcBef>
              <a:spcAft>
                <a:spcPts val="0"/>
              </a:spcAft>
              <a:buSzPts val="32000"/>
              <a:buNone/>
              <a:defRPr sz="32000"/>
            </a:lvl7pPr>
            <a:lvl8pPr lvl="7" algn="ctr">
              <a:lnSpc>
                <a:spcPct val="100000"/>
              </a:lnSpc>
              <a:spcBef>
                <a:spcPts val="0"/>
              </a:spcBef>
              <a:spcAft>
                <a:spcPts val="0"/>
              </a:spcAft>
              <a:buSzPts val="32000"/>
              <a:buNone/>
              <a:defRPr sz="32000"/>
            </a:lvl8pPr>
            <a:lvl9pPr lvl="8" algn="ctr">
              <a:lnSpc>
                <a:spcPct val="100000"/>
              </a:lnSpc>
              <a:spcBef>
                <a:spcPts val="0"/>
              </a:spcBef>
              <a:spcAft>
                <a:spcPts val="0"/>
              </a:spcAft>
              <a:buSzPts val="32000"/>
              <a:buNone/>
              <a:defRPr sz="32000"/>
            </a:lvl9pPr>
          </a:lstStyle>
          <a:p>
            <a:r>
              <a:t>xx%</a:t>
            </a:r>
          </a:p>
        </p:txBody>
      </p:sp>
      <p:sp>
        <p:nvSpPr>
          <p:cNvPr id="46" name="Google Shape;46;p11"/>
          <p:cNvSpPr txBox="1">
            <a:spLocks noGrp="1"/>
          </p:cNvSpPr>
          <p:nvPr>
            <p:ph type="body" idx="1"/>
          </p:nvPr>
        </p:nvSpPr>
        <p:spPr>
          <a:xfrm>
            <a:off x="831398" y="8409856"/>
            <a:ext cx="22727100" cy="3470400"/>
          </a:xfrm>
          <a:prstGeom prst="rect">
            <a:avLst/>
          </a:prstGeom>
          <a:noFill/>
          <a:ln>
            <a:noFill/>
          </a:ln>
        </p:spPr>
        <p:txBody>
          <a:bodyPr spcFirstLastPara="1" wrap="square" lIns="243875" tIns="243875" rIns="243875" bIns="243875" anchor="t" anchorCtr="0">
            <a:normAutofit/>
          </a:bodyPr>
          <a:lstStyle>
            <a:lvl1pPr marL="457200" lvl="0" indent="-533400" algn="ctr">
              <a:lnSpc>
                <a:spcPct val="115000"/>
              </a:lnSpc>
              <a:spcBef>
                <a:spcPts val="0"/>
              </a:spcBef>
              <a:spcAft>
                <a:spcPts val="0"/>
              </a:spcAft>
              <a:buSzPts val="4800"/>
              <a:buChar char="●"/>
              <a:defRPr/>
            </a:lvl1pPr>
            <a:lvl2pPr marL="914400" lvl="1" indent="-463550" algn="ctr">
              <a:lnSpc>
                <a:spcPct val="115000"/>
              </a:lnSpc>
              <a:spcBef>
                <a:spcPts val="0"/>
              </a:spcBef>
              <a:spcAft>
                <a:spcPts val="0"/>
              </a:spcAft>
              <a:buSzPts val="3700"/>
              <a:buChar char="○"/>
              <a:defRPr/>
            </a:lvl2pPr>
            <a:lvl3pPr marL="1371600" lvl="2" indent="-463550" algn="ctr">
              <a:lnSpc>
                <a:spcPct val="115000"/>
              </a:lnSpc>
              <a:spcBef>
                <a:spcPts val="0"/>
              </a:spcBef>
              <a:spcAft>
                <a:spcPts val="0"/>
              </a:spcAft>
              <a:buSzPts val="3700"/>
              <a:buChar char="■"/>
              <a:defRPr/>
            </a:lvl3pPr>
            <a:lvl4pPr marL="1828800" lvl="3" indent="-463550" algn="ctr">
              <a:lnSpc>
                <a:spcPct val="115000"/>
              </a:lnSpc>
              <a:spcBef>
                <a:spcPts val="0"/>
              </a:spcBef>
              <a:spcAft>
                <a:spcPts val="0"/>
              </a:spcAft>
              <a:buSzPts val="3700"/>
              <a:buChar char="●"/>
              <a:defRPr/>
            </a:lvl4pPr>
            <a:lvl5pPr marL="2286000" lvl="4" indent="-463550" algn="ctr">
              <a:lnSpc>
                <a:spcPct val="115000"/>
              </a:lnSpc>
              <a:spcBef>
                <a:spcPts val="0"/>
              </a:spcBef>
              <a:spcAft>
                <a:spcPts val="0"/>
              </a:spcAft>
              <a:buSzPts val="3700"/>
              <a:buChar char="○"/>
              <a:defRPr/>
            </a:lvl5pPr>
            <a:lvl6pPr marL="2743200" lvl="5" indent="-463550" algn="ctr">
              <a:lnSpc>
                <a:spcPct val="115000"/>
              </a:lnSpc>
              <a:spcBef>
                <a:spcPts val="0"/>
              </a:spcBef>
              <a:spcAft>
                <a:spcPts val="0"/>
              </a:spcAft>
              <a:buSzPts val="3700"/>
              <a:buChar char="■"/>
              <a:defRPr/>
            </a:lvl6pPr>
            <a:lvl7pPr marL="3200400" lvl="6" indent="-463550" algn="ctr">
              <a:lnSpc>
                <a:spcPct val="115000"/>
              </a:lnSpc>
              <a:spcBef>
                <a:spcPts val="0"/>
              </a:spcBef>
              <a:spcAft>
                <a:spcPts val="0"/>
              </a:spcAft>
              <a:buSzPts val="3700"/>
              <a:buChar char="●"/>
              <a:defRPr/>
            </a:lvl7pPr>
            <a:lvl8pPr marL="3657600" lvl="7" indent="-463550" algn="ctr">
              <a:lnSpc>
                <a:spcPct val="115000"/>
              </a:lnSpc>
              <a:spcBef>
                <a:spcPts val="0"/>
              </a:spcBef>
              <a:spcAft>
                <a:spcPts val="0"/>
              </a:spcAft>
              <a:buSzPts val="3700"/>
              <a:buChar char="○"/>
              <a:defRPr/>
            </a:lvl8pPr>
            <a:lvl9pPr marL="4114800" lvl="8" indent="-463550" algn="ctr">
              <a:lnSpc>
                <a:spcPct val="115000"/>
              </a:lnSpc>
              <a:spcBef>
                <a:spcPts val="0"/>
              </a:spcBef>
              <a:spcAft>
                <a:spcPts val="0"/>
              </a:spcAft>
              <a:buSzPts val="3700"/>
              <a:buChar char="■"/>
              <a:defRPr/>
            </a:lvl9pPr>
          </a:lstStyle>
          <a:p>
            <a:endParaRPr/>
          </a:p>
        </p:txBody>
      </p:sp>
      <p:sp>
        <p:nvSpPr>
          <p:cNvPr id="47" name="Google Shape;47;p11"/>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t of brush stroke 04">
  <p:cSld name="Set of brush stroke 04_1">
    <p:spTree>
      <p:nvGrpSpPr>
        <p:cNvPr id="1" name="Shape 50"/>
        <p:cNvGrpSpPr/>
        <p:nvPr/>
      </p:nvGrpSpPr>
      <p:grpSpPr>
        <a:xfrm>
          <a:off x="0" y="0"/>
          <a:ext cx="0" cy="0"/>
          <a:chOff x="0" y="0"/>
          <a:chExt cx="0" cy="0"/>
        </a:xfrm>
      </p:grpSpPr>
      <p:sp>
        <p:nvSpPr>
          <p:cNvPr id="51" name="Google Shape;51;p13"/>
          <p:cNvSpPr>
            <a:spLocks noGrp="1"/>
          </p:cNvSpPr>
          <p:nvPr>
            <p:ph type="pic" idx="2"/>
          </p:nvPr>
        </p:nvSpPr>
        <p:spPr>
          <a:xfrm>
            <a:off x="0" y="0"/>
            <a:ext cx="14068200" cy="13722300"/>
          </a:xfrm>
          <a:prstGeom prst="rect">
            <a:avLst/>
          </a:prstGeom>
          <a:solidFill>
            <a:srgbClr val="353535">
              <a:alpha val="11370"/>
            </a:srgbClr>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marR="0" lvl="0"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1398" y="3074701"/>
            <a:ext cx="22727100" cy="9114600"/>
          </a:xfrm>
          <a:prstGeom prst="rect">
            <a:avLst/>
          </a:prstGeom>
          <a:noFill/>
          <a:ln>
            <a:noFill/>
          </a:ln>
        </p:spPr>
        <p:txBody>
          <a:bodyPr spcFirstLastPara="1" wrap="square" lIns="243875" tIns="243875" rIns="243875" bIns="243875" anchor="t" anchorCtr="0">
            <a:normAutofit/>
          </a:bodyPr>
          <a:lstStyle>
            <a:lvl1pPr marL="457200" marR="0" lvl="0" indent="-533400" algn="l" rtl="0">
              <a:lnSpc>
                <a:spcPct val="115000"/>
              </a:lnSpc>
              <a:spcBef>
                <a:spcPts val="0"/>
              </a:spcBef>
              <a:spcAft>
                <a:spcPts val="0"/>
              </a:spcAft>
              <a:buClr>
                <a:schemeClr val="dk2"/>
              </a:buClr>
              <a:buSzPts val="4800"/>
              <a:buFont typeface="Arial"/>
              <a:buChar char="●"/>
              <a:defRPr sz="4800" b="0" i="0" u="none" strike="noStrike" cap="none">
                <a:solidFill>
                  <a:schemeClr val="dk2"/>
                </a:solidFill>
                <a:latin typeface="Arial"/>
                <a:ea typeface="Arial"/>
                <a:cs typeface="Arial"/>
                <a:sym typeface="Arial"/>
              </a:defRPr>
            </a:lvl1pPr>
            <a:lvl2pPr marL="914400" marR="0" lvl="1"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2pPr>
            <a:lvl3pPr marL="1371600" marR="0" lvl="2"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3pPr>
            <a:lvl4pPr marL="1828800" marR="0" lvl="3"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4pPr>
            <a:lvl5pPr marL="2286000" marR="0" lvl="4"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5pPr>
            <a:lvl6pPr marL="2743200" marR="0" lvl="5"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6pPr>
            <a:lvl7pPr marL="3200400" marR="0" lvl="6"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7pPr>
            <a:lvl8pPr marL="3657600" marR="0" lvl="7"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8pPr>
            <a:lvl9pPr marL="4114800" marR="0" lvl="8"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4" title="458518250_829993815985961_1294836715467179881_n.jpg"/>
          <p:cNvPicPr preferRelativeResize="0"/>
          <p:nvPr/>
        </p:nvPicPr>
        <p:blipFill rotWithShape="1">
          <a:blip r:embed="rId3">
            <a:alphaModFix/>
          </a:blip>
          <a:srcRect l="1717" r="26149"/>
          <a:stretch/>
        </p:blipFill>
        <p:spPr>
          <a:xfrm>
            <a:off x="11248550" y="3125"/>
            <a:ext cx="13197701" cy="13722350"/>
          </a:xfrm>
          <a:prstGeom prst="rect">
            <a:avLst/>
          </a:prstGeom>
          <a:noFill/>
          <a:ln>
            <a:noFill/>
          </a:ln>
        </p:spPr>
      </p:pic>
      <p:pic>
        <p:nvPicPr>
          <p:cNvPr id="57" name="Google Shape;57;p14"/>
          <p:cNvPicPr preferRelativeResize="0"/>
          <p:nvPr/>
        </p:nvPicPr>
        <p:blipFill rotWithShape="1">
          <a:blip r:embed="rId4">
            <a:alphaModFix/>
          </a:blip>
          <a:srcRect/>
          <a:stretch/>
        </p:blipFill>
        <p:spPr>
          <a:xfrm>
            <a:off x="-27950" y="6229"/>
            <a:ext cx="24446260" cy="13719234"/>
          </a:xfrm>
          <a:prstGeom prst="rect">
            <a:avLst/>
          </a:prstGeom>
          <a:noFill/>
          <a:ln>
            <a:noFill/>
          </a:ln>
        </p:spPr>
      </p:pic>
      <p:sp>
        <p:nvSpPr>
          <p:cNvPr id="58" name="Google Shape;58;p14"/>
          <p:cNvSpPr txBox="1"/>
          <p:nvPr/>
        </p:nvSpPr>
        <p:spPr>
          <a:xfrm>
            <a:off x="1294100" y="3518725"/>
            <a:ext cx="16101300" cy="6219300"/>
          </a:xfrm>
          <a:prstGeom prst="rect">
            <a:avLst/>
          </a:prstGeom>
          <a:noFill/>
          <a:ln>
            <a:noFill/>
          </a:ln>
        </p:spPr>
        <p:txBody>
          <a:bodyPr spcFirstLastPara="1" wrap="square" lIns="243875" tIns="243875" rIns="243875" bIns="243875" anchor="b" anchorCtr="0">
            <a:noAutofit/>
          </a:bodyPr>
          <a:lstStyle/>
          <a:p>
            <a:pPr marL="0" lvl="0" indent="0" algn="l" rtl="0">
              <a:spcBef>
                <a:spcPts val="0"/>
              </a:spcBef>
              <a:spcAft>
                <a:spcPts val="0"/>
              </a:spcAft>
              <a:buNone/>
            </a:pPr>
            <a:r>
              <a:rPr lang="en-PH" sz="2600" b="1">
                <a:solidFill>
                  <a:srgbClr val="FEF540"/>
                </a:solidFill>
              </a:rPr>
              <a:t>KliMalasakit Online Document Updating System (KODUS)</a:t>
            </a:r>
            <a:endParaRPr sz="2600" b="1">
              <a:solidFill>
                <a:srgbClr val="FEF540"/>
              </a:solidFill>
            </a:endParaRPr>
          </a:p>
        </p:txBody>
      </p:sp>
      <p:sp>
        <p:nvSpPr>
          <p:cNvPr id="59" name="Google Shape;59;p14"/>
          <p:cNvSpPr txBox="1"/>
          <p:nvPr/>
        </p:nvSpPr>
        <p:spPr>
          <a:xfrm>
            <a:off x="1232450" y="11801975"/>
            <a:ext cx="16224600" cy="406800"/>
          </a:xfrm>
          <a:prstGeom prst="rect">
            <a:avLst/>
          </a:prstGeom>
          <a:noFill/>
          <a:ln>
            <a:noFill/>
          </a:ln>
        </p:spPr>
        <p:txBody>
          <a:bodyPr spcFirstLastPara="1" wrap="square" lIns="243875" tIns="243875" rIns="243875" bIns="243875" anchor="t" anchorCtr="0">
            <a:noAutofit/>
          </a:bodyPr>
          <a:lstStyle/>
          <a:p>
            <a:pPr marL="0" lvl="0" indent="0" algn="l" rtl="0">
              <a:lnSpc>
                <a:spcPct val="100000"/>
              </a:lnSpc>
              <a:spcBef>
                <a:spcPts val="0"/>
              </a:spcBef>
              <a:spcAft>
                <a:spcPts val="0"/>
              </a:spcAft>
              <a:buSzPts val="688"/>
              <a:buNone/>
            </a:pPr>
            <a:endParaRPr sz="6000" b="1">
              <a:solidFill>
                <a:srgbClr val="FFFFFF"/>
              </a:solidFill>
            </a:endParaRPr>
          </a:p>
        </p:txBody>
      </p:sp>
      <p:sp>
        <p:nvSpPr>
          <p:cNvPr id="60" name="Google Shape;60;p14"/>
          <p:cNvSpPr txBox="1"/>
          <p:nvPr/>
        </p:nvSpPr>
        <p:spPr>
          <a:xfrm>
            <a:off x="1023730" y="12503423"/>
            <a:ext cx="9283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PH" sz="3600" b="1" i="0" u="none" strike="noStrike" cap="none">
                <a:solidFill>
                  <a:srgbClr val="FFFFFF"/>
                </a:solidFill>
                <a:latin typeface="Arial"/>
                <a:ea typeface="Arial"/>
                <a:cs typeface="Arial"/>
                <a:sym typeface="Arial"/>
              </a:rPr>
              <a:t>#BawatBuhayMahalagaSaDSWD</a:t>
            </a:r>
            <a:endParaRPr sz="3600" b="1" i="0" u="none" strike="noStrike" cap="none">
              <a:solidFill>
                <a:srgbClr val="FFFFFF"/>
              </a:solidFill>
              <a:latin typeface="Arial"/>
              <a:ea typeface="Arial"/>
              <a:cs typeface="Arial"/>
              <a:sym typeface="Arial"/>
            </a:endParaRPr>
          </a:p>
        </p:txBody>
      </p:sp>
      <p:pic>
        <p:nvPicPr>
          <p:cNvPr id="61" name="Google Shape;61;p14"/>
          <p:cNvPicPr preferRelativeResize="0"/>
          <p:nvPr/>
        </p:nvPicPr>
        <p:blipFill rotWithShape="1">
          <a:blip r:embed="rId5">
            <a:alphaModFix/>
          </a:blip>
          <a:srcRect/>
          <a:stretch/>
        </p:blipFill>
        <p:spPr>
          <a:xfrm>
            <a:off x="1550504" y="1058870"/>
            <a:ext cx="5903843" cy="1458494"/>
          </a:xfrm>
          <a:prstGeom prst="rect">
            <a:avLst/>
          </a:prstGeom>
          <a:noFill/>
          <a:ln>
            <a:noFill/>
          </a:ln>
        </p:spPr>
      </p:pic>
      <p:sp>
        <p:nvSpPr>
          <p:cNvPr id="2" name="TextBox 1">
            <a:extLst>
              <a:ext uri="{FF2B5EF4-FFF2-40B4-BE49-F238E27FC236}">
                <a16:creationId xmlns:a16="http://schemas.microsoft.com/office/drawing/2014/main" id="{E8CBB5B9-BF36-621F-E360-D9D46EFE236D}"/>
              </a:ext>
            </a:extLst>
          </p:cNvPr>
          <p:cNvSpPr txBox="1"/>
          <p:nvPr/>
        </p:nvSpPr>
        <p:spPr>
          <a:xfrm>
            <a:off x="1295400" y="9652000"/>
            <a:ext cx="13970000" cy="646331"/>
          </a:xfrm>
          <a:prstGeom prst="rect">
            <a:avLst/>
          </a:prstGeom>
          <a:noFill/>
        </p:spPr>
        <p:txBody>
          <a:bodyPr vert="horz" wrap="square" rtlCol="0">
            <a:spAutoFit/>
          </a:bodyPr>
          <a:lstStyle/>
          <a:p>
            <a:r>
              <a:rPr lang="en-US" sz="1800">
                <a:solidFill>
                  <a:srgbClr val="FFFFFF"/>
                </a:solidFill>
              </a:rPr>
              <a:t>Knowledge Management Session</a:t>
            </a:r>
          </a:p>
          <a:p>
            <a:r>
              <a:rPr lang="en-US" sz="1800">
                <a:solidFill>
                  <a:srgbClr val="FFFFFF"/>
                </a:solidFill>
              </a:rPr>
              <a:t>A Good Practice in Digital Innovation for RRP-CFTW LAWA and BINHI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67" name="Google Shape;67;p15"/>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68" name="Google Shape;68;p15"/>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69" name="Google Shape;69;p15"/>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70" name="Google Shape;70;p15"/>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71" name="Google Shape;71;p15"/>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72" name="Google Shape;72;p15"/>
          <p:cNvSpPr txBox="1">
            <a:spLocks noGrp="1"/>
          </p:cNvSpPr>
          <p:nvPr>
            <p:ph type="title"/>
          </p:nvPr>
        </p:nvSpPr>
        <p:spPr>
          <a:xfrm>
            <a:off x="4091900" y="2025050"/>
            <a:ext cx="15494400" cy="1310700"/>
          </a:xfrm>
          <a:prstGeom prst="rect">
            <a:avLst/>
          </a:prstGeom>
          <a:noFill/>
          <a:ln>
            <a:noFill/>
          </a:ln>
        </p:spPr>
        <p:txBody>
          <a:bodyPr spcFirstLastPara="1" wrap="square" lIns="243875" tIns="243875" rIns="243875" bIns="243875" anchor="ctr" anchorCtr="0">
            <a:noAutofit/>
          </a:bodyPr>
          <a:lstStyle/>
          <a:p>
            <a:pPr marL="0" lvl="0" indent="0" algn="ctr" rtl="0">
              <a:lnSpc>
                <a:spcPct val="100000"/>
              </a:lnSpc>
              <a:spcBef>
                <a:spcPts val="0"/>
              </a:spcBef>
              <a:spcAft>
                <a:spcPts val="0"/>
              </a:spcAft>
              <a:buClr>
                <a:srgbClr val="000000"/>
              </a:buClr>
              <a:buSzPts val="9600"/>
              <a:buFont typeface="Arial"/>
              <a:buNone/>
            </a:pPr>
            <a:r>
              <a:rPr lang="en-PH" sz="6000" b="1" dirty="0">
                <a:solidFill>
                  <a:srgbClr val="2E3192"/>
                </a:solidFill>
              </a:rPr>
              <a:t>Purpose of the Tool</a:t>
            </a:r>
            <a:endParaRPr sz="6000" b="1" dirty="0">
              <a:solidFill>
                <a:srgbClr val="2E3192"/>
              </a:solidFill>
            </a:endParaRPr>
          </a:p>
        </p:txBody>
      </p:sp>
      <p:sp>
        <p:nvSpPr>
          <p:cNvPr id="73" name="Google Shape;73;p15"/>
          <p:cNvSpPr txBox="1"/>
          <p:nvPr/>
        </p:nvSpPr>
        <p:spPr>
          <a:xfrm>
            <a:off x="5824225" y="3560375"/>
            <a:ext cx="12488700" cy="252066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3300" dirty="0">
                <a:solidFill>
                  <a:schemeClr val="dk1"/>
                </a:solidFill>
                <a:latin typeface="Inter"/>
                <a:ea typeface="Inter"/>
                <a:cs typeface="Inter"/>
                <a:sym typeface="Inter"/>
              </a:rPr>
              <a:t>KODUS streamlines document tracking, </a:t>
            </a:r>
            <a:r>
              <a:rPr lang="en-US" sz="3300" dirty="0" err="1">
                <a:solidFill>
                  <a:schemeClr val="dk1"/>
                </a:solidFill>
                <a:latin typeface="Inter"/>
                <a:ea typeface="Inter"/>
                <a:cs typeface="Inter"/>
                <a:sym typeface="Inter"/>
              </a:rPr>
              <a:t>masterlist</a:t>
            </a:r>
            <a:r>
              <a:rPr lang="en-US" sz="3300" dirty="0">
                <a:solidFill>
                  <a:schemeClr val="dk1"/>
                </a:solidFill>
                <a:latin typeface="Inter"/>
                <a:ea typeface="Inter"/>
                <a:cs typeface="Inter"/>
                <a:sym typeface="Inter"/>
              </a:rPr>
              <a:t> validation, deduplication, crossmatching, and disaggregated reporting for the implementation of RRP-CFTW under Projects LAWA and BINHI.</a:t>
            </a:r>
            <a:endParaRPr sz="3300" dirty="0">
              <a:solidFill>
                <a:schemeClr val="dk2"/>
              </a:solidFill>
              <a:latin typeface="Inter"/>
              <a:ea typeface="Inter"/>
              <a:cs typeface="Inter"/>
              <a:sym typeface="Inter"/>
            </a:endParaRPr>
          </a:p>
        </p:txBody>
      </p:sp>
      <p:sp>
        <p:nvSpPr>
          <p:cNvPr id="74" name="Google Shape;74;p15"/>
          <p:cNvSpPr txBox="1">
            <a:spLocks noGrp="1"/>
          </p:cNvSpPr>
          <p:nvPr>
            <p:ph type="title"/>
          </p:nvPr>
        </p:nvSpPr>
        <p:spPr>
          <a:xfrm>
            <a:off x="4091900" y="6397925"/>
            <a:ext cx="15494400" cy="1310700"/>
          </a:xfrm>
          <a:prstGeom prst="rect">
            <a:avLst/>
          </a:prstGeom>
          <a:noFill/>
          <a:ln>
            <a:noFill/>
          </a:ln>
        </p:spPr>
        <p:txBody>
          <a:bodyPr spcFirstLastPara="1" wrap="square" lIns="243875" tIns="243875" rIns="243875" bIns="243875" anchor="ctr" anchorCtr="0">
            <a:noAutofit/>
          </a:bodyPr>
          <a:lstStyle/>
          <a:p>
            <a:pPr marL="0" lvl="0" indent="0" algn="ctr" rtl="0">
              <a:lnSpc>
                <a:spcPct val="100000"/>
              </a:lnSpc>
              <a:spcBef>
                <a:spcPts val="0"/>
              </a:spcBef>
              <a:spcAft>
                <a:spcPts val="0"/>
              </a:spcAft>
              <a:buClr>
                <a:srgbClr val="000000"/>
              </a:buClr>
              <a:buSzPts val="9600"/>
              <a:buFont typeface="Arial"/>
              <a:buNone/>
            </a:pPr>
            <a:r>
              <a:rPr lang="en-PH" sz="6000" b="1" dirty="0">
                <a:solidFill>
                  <a:srgbClr val="2E3192"/>
                </a:solidFill>
              </a:rPr>
              <a:t>Who is this for</a:t>
            </a:r>
            <a:endParaRPr sz="6000" b="1" dirty="0">
              <a:solidFill>
                <a:srgbClr val="2E3192"/>
              </a:solidFill>
            </a:endParaRPr>
          </a:p>
        </p:txBody>
      </p:sp>
      <p:sp>
        <p:nvSpPr>
          <p:cNvPr id="75" name="Google Shape;75;p15"/>
          <p:cNvSpPr txBox="1"/>
          <p:nvPr/>
        </p:nvSpPr>
        <p:spPr>
          <a:xfrm>
            <a:off x="5824100" y="8317125"/>
            <a:ext cx="12488700" cy="2520660"/>
          </a:xfrm>
          <a:prstGeom prst="rect">
            <a:avLst/>
          </a:prstGeom>
          <a:noFill/>
          <a:ln>
            <a:noFill/>
          </a:ln>
        </p:spPr>
        <p:txBody>
          <a:bodyPr spcFirstLastPara="1" wrap="square" lIns="91425" tIns="91425" rIns="91425" bIns="91425" anchor="t" anchorCtr="0">
            <a:spAutoFit/>
          </a:bodyPr>
          <a:lstStyle/>
          <a:p>
            <a:pPr marL="0" lvl="0" indent="457200" algn="l" rtl="0">
              <a:lnSpc>
                <a:spcPct val="115000"/>
              </a:lnSpc>
              <a:spcBef>
                <a:spcPts val="0"/>
              </a:spcBef>
              <a:spcAft>
                <a:spcPts val="0"/>
              </a:spcAft>
              <a:buClr>
                <a:schemeClr val="dk1"/>
              </a:buClr>
              <a:buSzPts val="1100"/>
              <a:buFont typeface="Arial"/>
              <a:buNone/>
            </a:pPr>
            <a:r>
              <a:rPr lang="en-US" sz="3300" dirty="0">
                <a:solidFill>
                  <a:schemeClr val="dk1"/>
                </a:solidFill>
                <a:latin typeface="Inter"/>
                <a:ea typeface="Inter"/>
                <a:cs typeface="Inter"/>
                <a:sym typeface="Inter"/>
              </a:rPr>
              <a:t>Designed for authorized DSWD Field Office Caraga personnel, including DRMD and RRP-CFTW implementers, validation staff, report generators, and program decision-makers who manage beneficiary and implementation data.</a:t>
            </a:r>
            <a:endParaRPr sz="3300" dirty="0">
              <a:solidFill>
                <a:schemeClr val="dk2"/>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6"/>
          <p:cNvPicPr preferRelativeResize="0"/>
          <p:nvPr/>
        </p:nvPicPr>
        <p:blipFill rotWithShape="1">
          <a:blip r:embed="rId3">
            <a:alphaModFix/>
          </a:blip>
          <a:srcRect/>
          <a:stretch/>
        </p:blipFill>
        <p:spPr>
          <a:xfrm>
            <a:off x="1049" y="344"/>
            <a:ext cx="24389313" cy="13721657"/>
          </a:xfrm>
          <a:prstGeom prst="rect">
            <a:avLst/>
          </a:prstGeom>
          <a:noFill/>
          <a:ln>
            <a:noFill/>
          </a:ln>
        </p:spPr>
      </p:pic>
      <p:pic>
        <p:nvPicPr>
          <p:cNvPr id="81" name="Google Shape;81;p16"/>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82" name="Google Shape;82;p16"/>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83" name="Google Shape;83;p16"/>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84" name="Google Shape;84;p16"/>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85" name="Google Shape;85;p16"/>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AD360409-D5A9-B48D-0A8E-639108997D2F}"/>
              </a:ext>
            </a:extLst>
          </p:cNvPr>
          <p:cNvSpPr txBox="1"/>
          <p:nvPr/>
        </p:nvSpPr>
        <p:spPr>
          <a:xfrm>
            <a:off x="2921000" y="2032000"/>
            <a:ext cx="10922000" cy="1015663"/>
          </a:xfrm>
          <a:prstGeom prst="rect">
            <a:avLst/>
          </a:prstGeom>
          <a:noFill/>
        </p:spPr>
        <p:txBody>
          <a:bodyPr vert="horz" wrap="square" rtlCol="0">
            <a:spAutoFit/>
          </a:bodyPr>
          <a:lstStyle/>
          <a:p>
            <a:r>
              <a:rPr lang="en-US" sz="6000" b="1" dirty="0"/>
              <a:t>Context and Challenge</a:t>
            </a:r>
          </a:p>
        </p:txBody>
      </p:sp>
      <p:sp>
        <p:nvSpPr>
          <p:cNvPr id="3" name="TextBox 2">
            <a:extLst>
              <a:ext uri="{FF2B5EF4-FFF2-40B4-BE49-F238E27FC236}">
                <a16:creationId xmlns:a16="http://schemas.microsoft.com/office/drawing/2014/main" id="{DF4B0C0B-F408-4B42-4293-5CDD336EE179}"/>
              </a:ext>
            </a:extLst>
          </p:cNvPr>
          <p:cNvSpPr txBox="1"/>
          <p:nvPr/>
        </p:nvSpPr>
        <p:spPr>
          <a:xfrm>
            <a:off x="5334000" y="3429000"/>
            <a:ext cx="11811000" cy="7802136"/>
          </a:xfrm>
          <a:prstGeom prst="rect">
            <a:avLst/>
          </a:prstGeom>
          <a:noFill/>
        </p:spPr>
        <p:txBody>
          <a:bodyPr vert="horz" wrap="square" rtlCol="0">
            <a:spAutoFit/>
          </a:bodyPr>
          <a:lstStyle/>
          <a:p>
            <a:r>
              <a:rPr lang="en-US" sz="3600" b="1" dirty="0"/>
              <a:t>Before KODUS:</a:t>
            </a:r>
          </a:p>
          <a:p>
            <a:pPr marL="457200" indent="-457200">
              <a:buFont typeface="Arial" panose="020B0604020202020204" pitchFamily="34" charset="0"/>
              <a:buChar char="•"/>
            </a:pPr>
            <a:r>
              <a:rPr lang="en-US" sz="3300" dirty="0"/>
              <a:t>Manual spreadsheets and fragmented files slowed operations.
Duplicate records and version conflicts weakened data integrity.
Document tracking and </a:t>
            </a:r>
            <a:r>
              <a:rPr lang="en-US" sz="3300" dirty="0" err="1"/>
              <a:t>masterlist</a:t>
            </a:r>
            <a:r>
              <a:rPr lang="en-US" sz="3300" dirty="0"/>
              <a:t> validation were labor-intensive.
Disaggregated reporting across municipalities took too much time.</a:t>
            </a:r>
          </a:p>
          <a:p>
            <a:r>
              <a:rPr lang="en-US" sz="3300" dirty="0"/>
              <a:t>
</a:t>
            </a:r>
            <a:r>
              <a:rPr lang="en-US" sz="3600" b="1" dirty="0"/>
              <a:t>What KODUS changed:</a:t>
            </a:r>
          </a:p>
          <a:p>
            <a:pPr marL="457200" indent="-457200">
              <a:buFont typeface="Arial" panose="020B0604020202020204" pitchFamily="34" charset="0"/>
              <a:buChar char="•"/>
            </a:pPr>
            <a:r>
              <a:rPr lang="en-US" sz="3300" dirty="0"/>
              <a:t>Centralized, secure, web-based internal system
Real-time visibility of document and beneficiary workflows
Automated validation, deduplication, and crossmatching
Standardized outputs for reporting and monitoring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92" name="Google Shape;92;p17"/>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93" name="Google Shape;93;p17"/>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94" name="Google Shape;94;p17"/>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95" name="Google Shape;95;p17"/>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96" name="Google Shape;96;p17"/>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97" name="Google Shape;97;p17"/>
          <p:cNvSpPr txBox="1"/>
          <p:nvPr/>
        </p:nvSpPr>
        <p:spPr>
          <a:xfrm>
            <a:off x="4551925" y="439115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4800">
              <a:solidFill>
                <a:schemeClr val="dk2"/>
              </a:solidFill>
            </a:endParaRPr>
          </a:p>
        </p:txBody>
      </p:sp>
      <p:sp>
        <p:nvSpPr>
          <p:cNvPr id="99" name="Google Shape;99;p17"/>
          <p:cNvSpPr txBox="1"/>
          <p:nvPr/>
        </p:nvSpPr>
        <p:spPr>
          <a:xfrm>
            <a:off x="2750150" y="3139400"/>
            <a:ext cx="10924500"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6000" b="1" dirty="0">
                <a:solidFill>
                  <a:schemeClr val="tx1"/>
                </a:solidFill>
              </a:rPr>
              <a:t>Core Functionalities</a:t>
            </a:r>
            <a:endParaRPr sz="6000" b="1" dirty="0">
              <a:solidFill>
                <a:schemeClr val="tx1"/>
              </a:solidFill>
            </a:endParaRPr>
          </a:p>
        </p:txBody>
      </p:sp>
      <p:sp>
        <p:nvSpPr>
          <p:cNvPr id="2" name="TextBox 1">
            <a:extLst>
              <a:ext uri="{FF2B5EF4-FFF2-40B4-BE49-F238E27FC236}">
                <a16:creationId xmlns:a16="http://schemas.microsoft.com/office/drawing/2014/main" id="{66357AE1-3E7A-E07D-5A64-33A6E7DA88B8}"/>
              </a:ext>
            </a:extLst>
          </p:cNvPr>
          <p:cNvSpPr txBox="1"/>
          <p:nvPr/>
        </p:nvSpPr>
        <p:spPr>
          <a:xfrm>
            <a:off x="2730500" y="4635500"/>
            <a:ext cx="16764000" cy="3647152"/>
          </a:xfrm>
          <a:prstGeom prst="rect">
            <a:avLst/>
          </a:prstGeom>
          <a:noFill/>
        </p:spPr>
        <p:txBody>
          <a:bodyPr vert="horz" wrap="square" rtlCol="0">
            <a:spAutoFit/>
          </a:bodyPr>
          <a:lstStyle/>
          <a:p>
            <a:pPr marL="457200" indent="-457200">
              <a:buFont typeface="Arial" panose="020B0604020202020204" pitchFamily="34" charset="0"/>
              <a:buChar char="•"/>
            </a:pPr>
            <a:r>
              <a:rPr lang="en-US" sz="3300" dirty="0"/>
              <a:t>Track document flow across program phases
Manage and validate the </a:t>
            </a:r>
            <a:r>
              <a:rPr lang="en-US" sz="3300" dirty="0" err="1"/>
              <a:t>Masterlist</a:t>
            </a:r>
            <a:r>
              <a:rPr lang="en-US" sz="3300" dirty="0"/>
              <a:t> of Eligible Partner-Beneficiaries</a:t>
            </a:r>
          </a:p>
          <a:p>
            <a:pPr marL="457200" indent="-457200">
              <a:buFont typeface="Arial" panose="020B0604020202020204" pitchFamily="34" charset="0"/>
              <a:buChar char="•"/>
            </a:pPr>
            <a:r>
              <a:rPr lang="en-US" sz="3300" dirty="0"/>
              <a:t>Run deduplication and crossmatching:</a:t>
            </a:r>
          </a:p>
          <a:p>
            <a:r>
              <a:rPr lang="en-US" sz="3300" dirty="0"/>
              <a:t>   - KODUS Database vs File
   - File vs File</a:t>
            </a:r>
          </a:p>
          <a:p>
            <a:pPr marL="457200" indent="-457200">
              <a:buFont typeface="Arial" panose="020B0604020202020204" pitchFamily="34" charset="0"/>
              <a:buChar char="•"/>
            </a:pPr>
            <a:r>
              <a:rPr lang="en-US" sz="3300" dirty="0"/>
              <a:t>Generate sex-, age-, sector-, and barangay-disaggregated reports
Monitor implementation status, partner beneficiaries, and compliance outputs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18"/>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105" name="Google Shape;105;p18"/>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06" name="Google Shape;106;p18"/>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07" name="Google Shape;107;p18"/>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08" name="Google Shape;108;p18"/>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09" name="Google Shape;109;p18"/>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112" name="Google Shape;112;p18"/>
          <p:cNvSpPr txBox="1"/>
          <p:nvPr/>
        </p:nvSpPr>
        <p:spPr>
          <a:xfrm>
            <a:off x="2200125" y="2949750"/>
            <a:ext cx="10924500"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6000" b="1" dirty="0">
                <a:solidFill>
                  <a:schemeClr val="tx1"/>
                </a:solidFill>
              </a:rPr>
              <a:t>Pre-Implementation Phase</a:t>
            </a:r>
            <a:endParaRPr sz="6000" b="1" dirty="0">
              <a:solidFill>
                <a:schemeClr val="tx1"/>
              </a:solidFill>
            </a:endParaRPr>
          </a:p>
        </p:txBody>
      </p:sp>
      <p:sp>
        <p:nvSpPr>
          <p:cNvPr id="2" name="TextBox 1">
            <a:extLst>
              <a:ext uri="{FF2B5EF4-FFF2-40B4-BE49-F238E27FC236}">
                <a16:creationId xmlns:a16="http://schemas.microsoft.com/office/drawing/2014/main" id="{6E6E4FBD-2525-B806-3114-04F5BD4080BE}"/>
              </a:ext>
            </a:extLst>
          </p:cNvPr>
          <p:cNvSpPr txBox="1"/>
          <p:nvPr/>
        </p:nvSpPr>
        <p:spPr>
          <a:xfrm>
            <a:off x="2286000" y="4381500"/>
            <a:ext cx="16002000" cy="2631490"/>
          </a:xfrm>
          <a:prstGeom prst="rect">
            <a:avLst/>
          </a:prstGeom>
          <a:noFill/>
        </p:spPr>
        <p:txBody>
          <a:bodyPr vert="horz" wrap="square" rtlCol="0">
            <a:spAutoFit/>
          </a:bodyPr>
          <a:lstStyle/>
          <a:p>
            <a:pPr marL="457200" indent="-457200">
              <a:buFont typeface="Arial" panose="020B0604020202020204" pitchFamily="34" charset="0"/>
              <a:buChar char="•"/>
            </a:pPr>
            <a:r>
              <a:rPr lang="en-US" sz="3300" dirty="0">
                <a:solidFill>
                  <a:schemeClr val="tx1"/>
                </a:solidFill>
              </a:rPr>
              <a:t>RRP-CFTW operations relied on manual spreadsheets and scattered trackers.
Field staff spent significant time validating </a:t>
            </a:r>
            <a:r>
              <a:rPr lang="en-US" sz="3300" dirty="0" err="1">
                <a:solidFill>
                  <a:schemeClr val="tx1"/>
                </a:solidFill>
              </a:rPr>
              <a:t>masterlists</a:t>
            </a:r>
            <a:r>
              <a:rPr lang="en-US" sz="3300" dirty="0">
                <a:solidFill>
                  <a:schemeClr val="tx1"/>
                </a:solidFill>
              </a:rPr>
              <a:t> and reconciling records.
Delays and inconsistencies affected reporting across multiple municipalities.
DSWD FO Caraga identified the need for a secure, centralized, and automated internal platform.</a:t>
            </a:r>
          </a:p>
        </p:txBody>
      </p:sp>
      <p:sp>
        <p:nvSpPr>
          <p:cNvPr id="3" name="TextBox 2">
            <a:extLst>
              <a:ext uri="{FF2B5EF4-FFF2-40B4-BE49-F238E27FC236}">
                <a16:creationId xmlns:a16="http://schemas.microsoft.com/office/drawing/2014/main" id="{0978694F-A1C2-7A00-DCC1-01DC92ECE685}"/>
              </a:ext>
            </a:extLst>
          </p:cNvPr>
          <p:cNvSpPr txBox="1"/>
          <p:nvPr/>
        </p:nvSpPr>
        <p:spPr>
          <a:xfrm>
            <a:off x="6350000" y="7429500"/>
            <a:ext cx="13716000" cy="1107996"/>
          </a:xfrm>
          <a:prstGeom prst="rect">
            <a:avLst/>
          </a:prstGeom>
          <a:noFill/>
        </p:spPr>
        <p:txBody>
          <a:bodyPr vert="horz" wrap="square" rtlCol="0">
            <a:spAutoFit/>
          </a:bodyPr>
          <a:lstStyle/>
          <a:p>
            <a:pPr marL="457200" indent="-457200">
              <a:buFont typeface="Arial" panose="020B0604020202020204" pitchFamily="34" charset="0"/>
              <a:buChar char="•"/>
            </a:pPr>
            <a:r>
              <a:rPr lang="en-US" sz="3300" dirty="0"/>
              <a:t>KODUS was conceptualized to reduce operational bottlenecks while protecting sensitive beneficiary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19"/>
          <p:cNvPicPr preferRelativeResize="0"/>
          <p:nvPr/>
        </p:nvPicPr>
        <p:blipFill rotWithShape="1">
          <a:blip r:embed="rId3">
            <a:alphaModFix/>
          </a:blip>
          <a:srcRect/>
          <a:stretch/>
        </p:blipFill>
        <p:spPr>
          <a:xfrm>
            <a:off x="524" y="95169"/>
            <a:ext cx="24389313" cy="13721657"/>
          </a:xfrm>
          <a:prstGeom prst="rect">
            <a:avLst/>
          </a:prstGeom>
          <a:noFill/>
          <a:ln>
            <a:noFill/>
          </a:ln>
        </p:spPr>
      </p:pic>
      <p:pic>
        <p:nvPicPr>
          <p:cNvPr id="118" name="Google Shape;118;p19"/>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19" name="Google Shape;119;p19"/>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20" name="Google Shape;120;p19"/>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21" name="Google Shape;121;p19"/>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22" name="Google Shape;122;p19"/>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125" name="Google Shape;125;p19"/>
          <p:cNvSpPr txBox="1"/>
          <p:nvPr/>
        </p:nvSpPr>
        <p:spPr>
          <a:xfrm>
            <a:off x="2257025" y="2798000"/>
            <a:ext cx="10924500"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6000" b="1" dirty="0">
                <a:solidFill>
                  <a:schemeClr val="tx1"/>
                </a:solidFill>
              </a:rPr>
              <a:t>Implementation Phase</a:t>
            </a:r>
            <a:endParaRPr sz="6000" b="1" dirty="0">
              <a:solidFill>
                <a:schemeClr val="tx1"/>
              </a:solidFill>
            </a:endParaRPr>
          </a:p>
        </p:txBody>
      </p:sp>
      <p:sp>
        <p:nvSpPr>
          <p:cNvPr id="2" name="TextBox 1">
            <a:extLst>
              <a:ext uri="{FF2B5EF4-FFF2-40B4-BE49-F238E27FC236}">
                <a16:creationId xmlns:a16="http://schemas.microsoft.com/office/drawing/2014/main" id="{093E2907-4D66-1C2D-2BA3-B2CA0B7E99FC}"/>
              </a:ext>
            </a:extLst>
          </p:cNvPr>
          <p:cNvSpPr txBox="1"/>
          <p:nvPr/>
        </p:nvSpPr>
        <p:spPr>
          <a:xfrm>
            <a:off x="2413000" y="4191000"/>
            <a:ext cx="16002000" cy="3647152"/>
          </a:xfrm>
          <a:prstGeom prst="rect">
            <a:avLst/>
          </a:prstGeom>
          <a:noFill/>
        </p:spPr>
        <p:txBody>
          <a:bodyPr vert="horz" wrap="square" rtlCol="0">
            <a:spAutoFit/>
          </a:bodyPr>
          <a:lstStyle/>
          <a:p>
            <a:pPr marL="457200" indent="-457200">
              <a:buFont typeface="Arial" panose="020B0604020202020204" pitchFamily="34" charset="0"/>
              <a:buChar char="•"/>
            </a:pPr>
            <a:r>
              <a:rPr lang="en-US" sz="3300" dirty="0">
                <a:solidFill>
                  <a:schemeClr val="tx1"/>
                </a:solidFill>
              </a:rPr>
              <a:t>Modules were configured to match LAWA and BINHI workflows.
Authorized staff were oriented on system navigation and data protocols.
Deduplication and crossmatching tools were rolled out to improve eligibility screening.
Report filters automated demographic and sectoral summaries.
Staff gained faster validation, stronger confidence in data, and quicker report turnaround.</a:t>
            </a:r>
          </a:p>
        </p:txBody>
      </p:sp>
      <p:sp>
        <p:nvSpPr>
          <p:cNvPr id="3" name="TextBox 2">
            <a:extLst>
              <a:ext uri="{FF2B5EF4-FFF2-40B4-BE49-F238E27FC236}">
                <a16:creationId xmlns:a16="http://schemas.microsoft.com/office/drawing/2014/main" id="{6DD22867-EDF2-9BC7-B7EE-22712E9045CB}"/>
              </a:ext>
            </a:extLst>
          </p:cNvPr>
          <p:cNvSpPr txBox="1"/>
          <p:nvPr/>
        </p:nvSpPr>
        <p:spPr>
          <a:xfrm>
            <a:off x="6350000" y="8371638"/>
            <a:ext cx="13208000" cy="1107996"/>
          </a:xfrm>
          <a:prstGeom prst="rect">
            <a:avLst/>
          </a:prstGeom>
          <a:noFill/>
        </p:spPr>
        <p:txBody>
          <a:bodyPr vert="horz" wrap="square" rtlCol="0">
            <a:spAutoFit/>
          </a:bodyPr>
          <a:lstStyle/>
          <a:p>
            <a:pPr marL="285750" indent="-285750">
              <a:buFont typeface="Arial" panose="020B0604020202020204" pitchFamily="34" charset="0"/>
              <a:buChar char="•"/>
            </a:pPr>
            <a:r>
              <a:rPr lang="en-US" sz="3300" dirty="0">
                <a:solidFill>
                  <a:schemeClr val="tx1"/>
                </a:solidFill>
              </a:rPr>
              <a:t>KODUS supported real-time tracking, standardized outputs, and more efficient program monitoring.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0"/>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131" name="Google Shape;131;p20"/>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32" name="Google Shape;132;p20"/>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33" name="Google Shape;133;p20"/>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34" name="Google Shape;134;p20"/>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35" name="Google Shape;135;p20"/>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137" name="Google Shape;137;p20"/>
          <p:cNvSpPr txBox="1"/>
          <p:nvPr/>
        </p:nvSpPr>
        <p:spPr>
          <a:xfrm>
            <a:off x="2996700" y="3139400"/>
            <a:ext cx="13480788"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6000" b="1" dirty="0">
                <a:solidFill>
                  <a:schemeClr val="tx1"/>
                </a:solidFill>
              </a:rPr>
              <a:t>Post-Implementation Enhancements</a:t>
            </a:r>
            <a:endParaRPr sz="6000" b="1" dirty="0">
              <a:solidFill>
                <a:schemeClr val="tx1"/>
              </a:solidFill>
            </a:endParaRPr>
          </a:p>
        </p:txBody>
      </p:sp>
      <p:sp>
        <p:nvSpPr>
          <p:cNvPr id="2" name="TextBox 1">
            <a:extLst>
              <a:ext uri="{FF2B5EF4-FFF2-40B4-BE49-F238E27FC236}">
                <a16:creationId xmlns:a16="http://schemas.microsoft.com/office/drawing/2014/main" id="{5460EC9C-6CE8-5231-8CAA-D7538C275B2F}"/>
              </a:ext>
            </a:extLst>
          </p:cNvPr>
          <p:cNvSpPr txBox="1"/>
          <p:nvPr/>
        </p:nvSpPr>
        <p:spPr>
          <a:xfrm>
            <a:off x="4000500" y="5080000"/>
            <a:ext cx="14986000" cy="2631490"/>
          </a:xfrm>
          <a:prstGeom prst="rect">
            <a:avLst/>
          </a:prstGeom>
          <a:noFill/>
        </p:spPr>
        <p:txBody>
          <a:bodyPr vert="horz" wrap="square" rtlCol="0">
            <a:spAutoFit/>
          </a:bodyPr>
          <a:lstStyle/>
          <a:p>
            <a:pPr marL="457200" indent="-457200">
              <a:buFont typeface="Arial" panose="020B0604020202020204" pitchFamily="34" charset="0"/>
              <a:buChar char="•"/>
            </a:pPr>
            <a:r>
              <a:rPr lang="en-US" sz="3300" dirty="0">
                <a:solidFill>
                  <a:schemeClr val="tx1"/>
                </a:solidFill>
              </a:rPr>
              <a:t>Added more reporting templates and geographic breakdowns
Improved user interface and visual cues for field-level users
Introduced audit logs and data integrity checks
Continued refining features through user feedback
Kept the platform responsive to emerging operational needs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1"/>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143" name="Google Shape;143;p21"/>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44" name="Google Shape;144;p21"/>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45" name="Google Shape;145;p21"/>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46" name="Google Shape;146;p21"/>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47" name="Google Shape;147;p21"/>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150" name="Google Shape;150;p21"/>
          <p:cNvSpPr txBox="1"/>
          <p:nvPr/>
        </p:nvSpPr>
        <p:spPr>
          <a:xfrm>
            <a:off x="2939825" y="2816975"/>
            <a:ext cx="10924500"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6000" b="1" dirty="0">
                <a:solidFill>
                  <a:schemeClr val="tx1"/>
                </a:solidFill>
              </a:rPr>
              <a:t>Results and Impact</a:t>
            </a:r>
            <a:endParaRPr sz="6000" b="1" dirty="0">
              <a:solidFill>
                <a:schemeClr val="tx1"/>
              </a:solidFill>
            </a:endParaRPr>
          </a:p>
        </p:txBody>
      </p:sp>
      <p:sp>
        <p:nvSpPr>
          <p:cNvPr id="2" name="TextBox 1">
            <a:extLst>
              <a:ext uri="{FF2B5EF4-FFF2-40B4-BE49-F238E27FC236}">
                <a16:creationId xmlns:a16="http://schemas.microsoft.com/office/drawing/2014/main" id="{F26CE391-7FD2-B8F4-DECE-01220505312B}"/>
              </a:ext>
            </a:extLst>
          </p:cNvPr>
          <p:cNvSpPr txBox="1"/>
          <p:nvPr/>
        </p:nvSpPr>
        <p:spPr>
          <a:xfrm>
            <a:off x="2159000" y="4508500"/>
            <a:ext cx="14732000" cy="2677656"/>
          </a:xfrm>
          <a:prstGeom prst="rect">
            <a:avLst/>
          </a:prstGeom>
          <a:noFill/>
        </p:spPr>
        <p:txBody>
          <a:bodyPr vert="horz" wrap="square" rtlCol="0">
            <a:spAutoFit/>
          </a:bodyPr>
          <a:lstStyle/>
          <a:p>
            <a:r>
              <a:rPr lang="en-US" sz="3600" b="1" dirty="0">
                <a:solidFill>
                  <a:schemeClr val="tx1"/>
                </a:solidFill>
              </a:rPr>
              <a:t>Quantitative gains:</a:t>
            </a:r>
          </a:p>
          <a:p>
            <a:pPr marL="457200" indent="-457200">
              <a:buFont typeface="Arial" panose="020B0604020202020204" pitchFamily="34" charset="0"/>
              <a:buChar char="•"/>
            </a:pPr>
            <a:r>
              <a:rPr lang="en-US" sz="3300" dirty="0" err="1">
                <a:solidFill>
                  <a:schemeClr val="tx1"/>
                </a:solidFill>
              </a:rPr>
              <a:t>Masterlist</a:t>
            </a:r>
            <a:r>
              <a:rPr lang="en-US" sz="3300" dirty="0">
                <a:solidFill>
                  <a:schemeClr val="tx1"/>
                </a:solidFill>
              </a:rPr>
              <a:t> validation: 2-3 days to less than 1 day
Document tracking accuracy: ~80% to 98-100%
Beneficiary duplication rate: 0%
Disaggregated reports: 1-2 hours to less than 15 minutes</a:t>
            </a:r>
          </a:p>
        </p:txBody>
      </p:sp>
      <p:sp>
        <p:nvSpPr>
          <p:cNvPr id="3" name="TextBox 2">
            <a:extLst>
              <a:ext uri="{FF2B5EF4-FFF2-40B4-BE49-F238E27FC236}">
                <a16:creationId xmlns:a16="http://schemas.microsoft.com/office/drawing/2014/main" id="{81A39AB9-9656-E5F7-0ECD-2C1E92C1E1A8}"/>
              </a:ext>
            </a:extLst>
          </p:cNvPr>
          <p:cNvSpPr txBox="1"/>
          <p:nvPr/>
        </p:nvSpPr>
        <p:spPr>
          <a:xfrm>
            <a:off x="3175000" y="7708625"/>
            <a:ext cx="16764000" cy="2677656"/>
          </a:xfrm>
          <a:prstGeom prst="rect">
            <a:avLst/>
          </a:prstGeom>
          <a:noFill/>
        </p:spPr>
        <p:txBody>
          <a:bodyPr vert="horz" wrap="square" rtlCol="0">
            <a:spAutoFit/>
          </a:bodyPr>
          <a:lstStyle/>
          <a:p>
            <a:r>
              <a:rPr lang="en-US" sz="3600" b="1" dirty="0"/>
              <a:t>Qualitative gains:</a:t>
            </a:r>
          </a:p>
          <a:p>
            <a:pPr marL="457200" indent="-457200">
              <a:buFont typeface="Arial" panose="020B0604020202020204" pitchFamily="34" charset="0"/>
              <a:buChar char="•"/>
            </a:pPr>
            <a:r>
              <a:rPr lang="en-US" sz="3300" dirty="0"/>
              <a:t>Reduced manual workload for staff
Faster coordination across program phases
Better evidence-based planning for sectors and vulnerable groups
Stronger internal reporting consistency and data integrity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2"/>
          <p:cNvPicPr preferRelativeResize="0"/>
          <p:nvPr/>
        </p:nvPicPr>
        <p:blipFill rotWithShape="1">
          <a:blip r:embed="rId3">
            <a:alphaModFix/>
          </a:blip>
          <a:srcRect/>
          <a:stretch/>
        </p:blipFill>
        <p:spPr>
          <a:xfrm>
            <a:off x="1049" y="344"/>
            <a:ext cx="24389313" cy="13721657"/>
          </a:xfrm>
          <a:prstGeom prst="rect">
            <a:avLst/>
          </a:prstGeom>
          <a:noFill/>
          <a:ln>
            <a:noFill/>
          </a:ln>
        </p:spPr>
      </p:pic>
      <p:pic>
        <p:nvPicPr>
          <p:cNvPr id="156" name="Google Shape;156;p22"/>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57" name="Google Shape;157;p22"/>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58" name="Google Shape;158;p22"/>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59" name="Google Shape;159;p22"/>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60" name="Google Shape;160;p22"/>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163" name="Google Shape;163;p22"/>
          <p:cNvSpPr txBox="1"/>
          <p:nvPr/>
        </p:nvSpPr>
        <p:spPr>
          <a:xfrm>
            <a:off x="3167400" y="2266950"/>
            <a:ext cx="12395688"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6000" b="1" dirty="0">
                <a:solidFill>
                  <a:schemeClr val="tx1"/>
                </a:solidFill>
              </a:rPr>
              <a:t>Lessons Learned and Replication</a:t>
            </a:r>
            <a:endParaRPr sz="6000" b="1" dirty="0">
              <a:solidFill>
                <a:schemeClr val="tx1"/>
              </a:solidFill>
            </a:endParaRPr>
          </a:p>
        </p:txBody>
      </p:sp>
      <p:sp>
        <p:nvSpPr>
          <p:cNvPr id="2" name="TextBox 1">
            <a:extLst>
              <a:ext uri="{FF2B5EF4-FFF2-40B4-BE49-F238E27FC236}">
                <a16:creationId xmlns:a16="http://schemas.microsoft.com/office/drawing/2014/main" id="{9FD88B31-58FD-4ABC-A07A-CF448D7C85E2}"/>
              </a:ext>
            </a:extLst>
          </p:cNvPr>
          <p:cNvSpPr txBox="1"/>
          <p:nvPr/>
        </p:nvSpPr>
        <p:spPr>
          <a:xfrm>
            <a:off x="3556000" y="3619500"/>
            <a:ext cx="15240000" cy="2677656"/>
          </a:xfrm>
          <a:prstGeom prst="rect">
            <a:avLst/>
          </a:prstGeom>
          <a:noFill/>
        </p:spPr>
        <p:txBody>
          <a:bodyPr vert="horz" wrap="square" rtlCol="0">
            <a:spAutoFit/>
          </a:bodyPr>
          <a:lstStyle/>
          <a:p>
            <a:r>
              <a:rPr lang="en-US" sz="3600" b="1" dirty="0"/>
              <a:t>Lessons learned:</a:t>
            </a:r>
          </a:p>
          <a:p>
            <a:pPr marL="457200" indent="-457200">
              <a:buFont typeface="Arial" panose="020B0604020202020204" pitchFamily="34" charset="0"/>
              <a:buChar char="•"/>
            </a:pPr>
            <a:r>
              <a:rPr lang="en-US" sz="3300" dirty="0"/>
              <a:t>Orientation drives adoption.
Restricted access strengthens accountability and data security.
User feedback improves system functionality.
Automation reduces reconciliation work and speeds up reporting.</a:t>
            </a:r>
          </a:p>
        </p:txBody>
      </p:sp>
      <p:sp>
        <p:nvSpPr>
          <p:cNvPr id="3" name="TextBox 2">
            <a:extLst>
              <a:ext uri="{FF2B5EF4-FFF2-40B4-BE49-F238E27FC236}">
                <a16:creationId xmlns:a16="http://schemas.microsoft.com/office/drawing/2014/main" id="{CCD0CEE8-B7B5-3F22-C11D-843FB4B76DEC}"/>
              </a:ext>
            </a:extLst>
          </p:cNvPr>
          <p:cNvSpPr txBox="1"/>
          <p:nvPr/>
        </p:nvSpPr>
        <p:spPr>
          <a:xfrm>
            <a:off x="4572000" y="7425195"/>
            <a:ext cx="14986000" cy="2677656"/>
          </a:xfrm>
          <a:prstGeom prst="rect">
            <a:avLst/>
          </a:prstGeom>
          <a:noFill/>
        </p:spPr>
        <p:txBody>
          <a:bodyPr vert="horz" wrap="square" rtlCol="0">
            <a:spAutoFit/>
          </a:bodyPr>
          <a:lstStyle/>
          <a:p>
            <a:r>
              <a:rPr lang="en-US" sz="3600" b="1" dirty="0"/>
              <a:t>Replication considerations:</a:t>
            </a:r>
          </a:p>
          <a:p>
            <a:pPr marL="457200" indent="-457200">
              <a:buFont typeface="Arial" panose="020B0604020202020204" pitchFamily="34" charset="0"/>
              <a:buChar char="•"/>
            </a:pPr>
            <a:r>
              <a:rPr lang="en-US" sz="3300" dirty="0"/>
              <a:t>KODUS is replicable across DSWD offices with similar workflows.
Success requires technical stewardship, secure hosting, and documentation.
Recommended next steps: readiness assessment, pilot rollout, feedback loop, and scaling documentation.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4C3D2-5FC8-BE8F-4629-7504993AB1D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25796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2B5FD74B-C5D8-F11A-AABE-ACB0A0A8423C}"/>
            </a:ext>
          </a:extLst>
        </p:cNvPr>
        <p:cNvGrpSpPr/>
        <p:nvPr/>
      </p:nvGrpSpPr>
      <p:grpSpPr>
        <a:xfrm>
          <a:off x="0" y="0"/>
          <a:ext cx="0" cy="0"/>
          <a:chOff x="0" y="0"/>
          <a:chExt cx="0" cy="0"/>
        </a:xfrm>
      </p:grpSpPr>
      <p:pic>
        <p:nvPicPr>
          <p:cNvPr id="155" name="Google Shape;155;p22">
            <a:extLst>
              <a:ext uri="{FF2B5EF4-FFF2-40B4-BE49-F238E27FC236}">
                <a16:creationId xmlns:a16="http://schemas.microsoft.com/office/drawing/2014/main" id="{80C13C3E-DAAD-5F33-AB84-EBC726AFDD5D}"/>
              </a:ext>
            </a:extLst>
          </p:cNvPr>
          <p:cNvPicPr preferRelativeResize="0"/>
          <p:nvPr/>
        </p:nvPicPr>
        <p:blipFill rotWithShape="1">
          <a:blip r:embed="rId3">
            <a:alphaModFix/>
          </a:blip>
          <a:srcRect/>
          <a:stretch/>
        </p:blipFill>
        <p:spPr>
          <a:xfrm>
            <a:off x="1049" y="344"/>
            <a:ext cx="24389313" cy="13721657"/>
          </a:xfrm>
          <a:prstGeom prst="rect">
            <a:avLst/>
          </a:prstGeom>
          <a:noFill/>
          <a:ln>
            <a:noFill/>
          </a:ln>
        </p:spPr>
      </p:pic>
      <p:pic>
        <p:nvPicPr>
          <p:cNvPr id="156" name="Google Shape;156;p22">
            <a:extLst>
              <a:ext uri="{FF2B5EF4-FFF2-40B4-BE49-F238E27FC236}">
                <a16:creationId xmlns:a16="http://schemas.microsoft.com/office/drawing/2014/main" id="{D848F47A-48F5-A026-BA2A-0BA25C73683C}"/>
              </a:ext>
            </a:extLst>
          </p:cNvPr>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57" name="Google Shape;157;p22">
            <a:extLst>
              <a:ext uri="{FF2B5EF4-FFF2-40B4-BE49-F238E27FC236}">
                <a16:creationId xmlns:a16="http://schemas.microsoft.com/office/drawing/2014/main" id="{62E31CC7-DF94-A611-F5C8-82C91B291967}"/>
              </a:ext>
            </a:extLst>
          </p:cNvPr>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58" name="Google Shape;158;p22">
            <a:extLst>
              <a:ext uri="{FF2B5EF4-FFF2-40B4-BE49-F238E27FC236}">
                <a16:creationId xmlns:a16="http://schemas.microsoft.com/office/drawing/2014/main" id="{86A573C3-4B18-0670-8A85-580456B9426A}"/>
              </a:ext>
            </a:extLst>
          </p:cNvPr>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59" name="Google Shape;159;p22">
            <a:extLst>
              <a:ext uri="{FF2B5EF4-FFF2-40B4-BE49-F238E27FC236}">
                <a16:creationId xmlns:a16="http://schemas.microsoft.com/office/drawing/2014/main" id="{D19EFEB4-368A-29E4-F699-BCC4DF7155CA}"/>
              </a:ext>
            </a:extLst>
          </p:cNvPr>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60" name="Google Shape;160;p22">
            <a:extLst>
              <a:ext uri="{FF2B5EF4-FFF2-40B4-BE49-F238E27FC236}">
                <a16:creationId xmlns:a16="http://schemas.microsoft.com/office/drawing/2014/main" id="{492B36E2-DB7E-5B10-201C-895090CD21DA}"/>
              </a:ext>
            </a:extLst>
          </p:cNvPr>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163" name="Google Shape;163;p22">
            <a:extLst>
              <a:ext uri="{FF2B5EF4-FFF2-40B4-BE49-F238E27FC236}">
                <a16:creationId xmlns:a16="http://schemas.microsoft.com/office/drawing/2014/main" id="{E331C5A2-B521-4ED9-B698-7784B4169D34}"/>
              </a:ext>
            </a:extLst>
          </p:cNvPr>
          <p:cNvSpPr txBox="1"/>
          <p:nvPr/>
        </p:nvSpPr>
        <p:spPr>
          <a:xfrm>
            <a:off x="3167400" y="2266950"/>
            <a:ext cx="12395688"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6000" b="1" dirty="0">
                <a:solidFill>
                  <a:schemeClr val="tx1"/>
                </a:solidFill>
              </a:rPr>
              <a:t>Dashboard</a:t>
            </a:r>
            <a:endParaRPr sz="6000" b="1" dirty="0">
              <a:solidFill>
                <a:schemeClr val="tx1"/>
              </a:solidFill>
            </a:endParaRPr>
          </a:p>
        </p:txBody>
      </p:sp>
      <p:pic>
        <p:nvPicPr>
          <p:cNvPr id="5" name="Picture 4">
            <a:extLst>
              <a:ext uri="{FF2B5EF4-FFF2-40B4-BE49-F238E27FC236}">
                <a16:creationId xmlns:a16="http://schemas.microsoft.com/office/drawing/2014/main" id="{4F9B9E89-CF49-FAA0-9713-ECBB9AA90476}"/>
              </a:ext>
            </a:extLst>
          </p:cNvPr>
          <p:cNvPicPr>
            <a:picLocks noChangeAspect="1"/>
          </p:cNvPicPr>
          <p:nvPr/>
        </p:nvPicPr>
        <p:blipFill>
          <a:blip r:embed="rId5"/>
          <a:stretch>
            <a:fillRect/>
          </a:stretch>
        </p:blipFill>
        <p:spPr>
          <a:xfrm>
            <a:off x="3276460" y="3596274"/>
            <a:ext cx="18290553" cy="9021434"/>
          </a:xfrm>
          <a:prstGeom prst="rect">
            <a:avLst/>
          </a:prstGeom>
        </p:spPr>
      </p:pic>
    </p:spTree>
    <p:extLst>
      <p:ext uri="{BB962C8B-B14F-4D97-AF65-F5344CB8AC3E}">
        <p14:creationId xmlns:p14="http://schemas.microsoft.com/office/powerpoint/2010/main" val="1437730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23" title="458518250_829993815985961_1294836715467179881_n.jpg"/>
          <p:cNvPicPr preferRelativeResize="0"/>
          <p:nvPr/>
        </p:nvPicPr>
        <p:blipFill rotWithShape="1">
          <a:blip r:embed="rId3">
            <a:alphaModFix/>
          </a:blip>
          <a:srcRect l="1717" r="26149"/>
          <a:stretch/>
        </p:blipFill>
        <p:spPr>
          <a:xfrm>
            <a:off x="11248550" y="3125"/>
            <a:ext cx="13197701" cy="13722350"/>
          </a:xfrm>
          <a:prstGeom prst="rect">
            <a:avLst/>
          </a:prstGeom>
          <a:noFill/>
          <a:ln>
            <a:noFill/>
          </a:ln>
        </p:spPr>
      </p:pic>
      <p:pic>
        <p:nvPicPr>
          <p:cNvPr id="169" name="Google Shape;169;p23"/>
          <p:cNvPicPr preferRelativeResize="0"/>
          <p:nvPr/>
        </p:nvPicPr>
        <p:blipFill rotWithShape="1">
          <a:blip r:embed="rId4">
            <a:alphaModFix/>
          </a:blip>
          <a:srcRect/>
          <a:stretch/>
        </p:blipFill>
        <p:spPr>
          <a:xfrm>
            <a:off x="-27950" y="4679"/>
            <a:ext cx="24446260" cy="13719234"/>
          </a:xfrm>
          <a:prstGeom prst="rect">
            <a:avLst/>
          </a:prstGeom>
          <a:noFill/>
          <a:ln>
            <a:noFill/>
          </a:ln>
        </p:spPr>
      </p:pic>
      <p:sp>
        <p:nvSpPr>
          <p:cNvPr id="170" name="Google Shape;170;p23"/>
          <p:cNvSpPr txBox="1"/>
          <p:nvPr/>
        </p:nvSpPr>
        <p:spPr>
          <a:xfrm>
            <a:off x="1232450" y="5602250"/>
            <a:ext cx="11440800" cy="2220900"/>
          </a:xfrm>
          <a:prstGeom prst="rect">
            <a:avLst/>
          </a:prstGeom>
          <a:noFill/>
          <a:ln>
            <a:noFill/>
          </a:ln>
        </p:spPr>
        <p:txBody>
          <a:bodyPr spcFirstLastPara="1" wrap="square" lIns="243875" tIns="243875" rIns="243875" bIns="243875" anchor="b" anchorCtr="0">
            <a:noAutofit/>
          </a:bodyPr>
          <a:lstStyle/>
          <a:p>
            <a:pPr marL="0" lvl="0" indent="0" algn="l" rtl="0">
              <a:spcBef>
                <a:spcPts val="0"/>
              </a:spcBef>
              <a:spcAft>
                <a:spcPts val="0"/>
              </a:spcAft>
              <a:buNone/>
            </a:pPr>
            <a:r>
              <a:rPr lang="en-PH" sz="2800" b="1">
                <a:solidFill>
                  <a:srgbClr val="FEF200"/>
                </a:solidFill>
              </a:rPr>
              <a:t>THANK YOU!</a:t>
            </a:r>
            <a:endParaRPr sz="2800" b="1">
              <a:solidFill>
                <a:srgbClr val="FEF200"/>
              </a:solidFill>
            </a:endParaRPr>
          </a:p>
        </p:txBody>
      </p:sp>
      <p:sp>
        <p:nvSpPr>
          <p:cNvPr id="171" name="Google Shape;171;p23"/>
          <p:cNvSpPr txBox="1"/>
          <p:nvPr/>
        </p:nvSpPr>
        <p:spPr>
          <a:xfrm>
            <a:off x="1023730" y="12503423"/>
            <a:ext cx="9283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PH" sz="3600" b="1" i="0" u="none" strike="noStrike" cap="none">
                <a:solidFill>
                  <a:srgbClr val="FFFFFF"/>
                </a:solidFill>
                <a:latin typeface="Arial"/>
                <a:ea typeface="Arial"/>
                <a:cs typeface="Arial"/>
                <a:sym typeface="Arial"/>
              </a:rPr>
              <a:t>#BawatBuhayMahalagaSaDSWD</a:t>
            </a:r>
            <a:endParaRPr sz="3600" b="1" i="0" u="none" strike="noStrike" cap="none">
              <a:solidFill>
                <a:srgbClr val="FFFFFF"/>
              </a:solidFill>
              <a:latin typeface="Arial"/>
              <a:ea typeface="Arial"/>
              <a:cs typeface="Arial"/>
              <a:sym typeface="Arial"/>
            </a:endParaRPr>
          </a:p>
        </p:txBody>
      </p:sp>
      <p:pic>
        <p:nvPicPr>
          <p:cNvPr id="172" name="Google Shape;172;p23"/>
          <p:cNvPicPr preferRelativeResize="0"/>
          <p:nvPr/>
        </p:nvPicPr>
        <p:blipFill rotWithShape="1">
          <a:blip r:embed="rId5">
            <a:alphaModFix/>
          </a:blip>
          <a:srcRect/>
          <a:stretch/>
        </p:blipFill>
        <p:spPr>
          <a:xfrm>
            <a:off x="1550504" y="1058870"/>
            <a:ext cx="5903843" cy="1458494"/>
          </a:xfrm>
          <a:prstGeom prst="rect">
            <a:avLst/>
          </a:prstGeom>
          <a:noFill/>
          <a:ln>
            <a:noFill/>
          </a:ln>
        </p:spPr>
      </p:pic>
      <p:sp>
        <p:nvSpPr>
          <p:cNvPr id="173" name="Google Shape;173;p23"/>
          <p:cNvSpPr txBox="1"/>
          <p:nvPr/>
        </p:nvSpPr>
        <p:spPr>
          <a:xfrm>
            <a:off x="1767750" y="8113875"/>
            <a:ext cx="7566900"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2200">
                <a:solidFill>
                  <a:srgbClr val="FEF540"/>
                </a:solidFill>
              </a:rPr>
              <a:t>Questions and Discussion</a:t>
            </a:r>
            <a:endParaRPr sz="2200">
              <a:solidFill>
                <a:srgbClr val="FEF540"/>
              </a:solidFill>
            </a:endParaRPr>
          </a:p>
        </p:txBody>
      </p:sp>
      <p:sp>
        <p:nvSpPr>
          <p:cNvPr id="2" name="TextBox 1">
            <a:extLst>
              <a:ext uri="{FF2B5EF4-FFF2-40B4-BE49-F238E27FC236}">
                <a16:creationId xmlns:a16="http://schemas.microsoft.com/office/drawing/2014/main" id="{0D1E1F76-B593-7F68-F9FB-795F84083734}"/>
              </a:ext>
            </a:extLst>
          </p:cNvPr>
          <p:cNvSpPr txBox="1"/>
          <p:nvPr/>
        </p:nvSpPr>
        <p:spPr>
          <a:xfrm>
            <a:off x="1498600" y="9334500"/>
            <a:ext cx="11430000" cy="830997"/>
          </a:xfrm>
          <a:prstGeom prst="rect">
            <a:avLst/>
          </a:prstGeom>
          <a:noFill/>
        </p:spPr>
        <p:txBody>
          <a:bodyPr vert="horz" wrap="square" rtlCol="0">
            <a:spAutoFit/>
          </a:bodyPr>
          <a:lstStyle/>
          <a:p>
            <a:r>
              <a:rPr lang="en-US" sz="1600">
                <a:solidFill>
                  <a:srgbClr val="FFFFFF"/>
                </a:solidFill>
              </a:rPr>
              <a:t>Prepared by: John Mark Agustin E. Acido</a:t>
            </a:r>
          </a:p>
          <a:p>
            <a:r>
              <a:rPr lang="en-US" sz="1600">
                <a:solidFill>
                  <a:srgbClr val="FFFFFF"/>
                </a:solidFill>
              </a:rPr>
              <a:t>Project Development Officer I | RRP-CFTW Budget Focal</a:t>
            </a:r>
          </a:p>
          <a:p>
            <a:r>
              <a:rPr lang="en-US" sz="1600">
                <a:solidFill>
                  <a:srgbClr val="FFFFFF"/>
                </a:solidFill>
              </a:rPr>
              <a:t>KODUS: http://crg-co1-23-0028/kodus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TotalTime>
  <Words>613</Words>
  <Application>Microsoft Office PowerPoint</Application>
  <PresentationFormat>Custom</PresentationFormat>
  <Paragraphs>52</Paragraphs>
  <Slides>12</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Inter</vt:lpstr>
      <vt:lpstr>Arial</vt:lpstr>
      <vt:lpstr>Simple Light</vt:lpstr>
      <vt:lpstr>PowerPoint Presentation</vt:lpstr>
      <vt:lpstr>Purpose of the Tool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Mark Agustin E. Acido</dc:creator>
  <cp:lastModifiedBy>John Mark Agustin Acido</cp:lastModifiedBy>
  <cp:revision>5</cp:revision>
  <dcterms:modified xsi:type="dcterms:W3CDTF">2026-03-24T10:18:58Z</dcterms:modified>
</cp:coreProperties>
</file>