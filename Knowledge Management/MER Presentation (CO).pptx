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24390350" cy="13722350"/>
  <p:notesSz cx="6858000" cy="9144000"/>
  <p:embeddedFontLst>
    <p:embeddedFont>
      <p:font typeface="Inter" panose="020B0604020202020204"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7682">
          <p15:clr>
            <a:srgbClr val="747775"/>
          </p15:clr>
        </p15:guide>
        <p15:guide id="2" orient="horz" pos="432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FC9865B-264E-4E14-8241-2C3BF1A77D65}">
  <a:tblStyle styleId="{CFC9865B-264E-4E14-8241-2C3BF1A77D6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7" d="100"/>
          <a:sy n="57" d="100"/>
        </p:scale>
        <p:origin x="906" y="102"/>
      </p:cViewPr>
      <p:guideLst>
        <p:guide pos="7682"/>
        <p:guide orient="horz" pos="432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997" y="685800"/>
            <a:ext cx="6094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 name="Google Shape;5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c9b812a9b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4" name="Google Shape;64;g3c9b812a9b5_0_0: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3c9b812a9b5_0_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 name="Google Shape;78;g3c9b812a9b5_0_48: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c9b812a9b5_0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9" name="Google Shape;89;g3c9b812a9b5_0_59:notes"/>
          <p:cNvSpPr>
            <a:spLocks noGrp="1" noRot="1" noChangeAspect="1"/>
          </p:cNvSpPr>
          <p:nvPr>
            <p:ph type="sldImg" idx="2"/>
          </p:nvPr>
        </p:nvSpPr>
        <p:spPr>
          <a:xfrm>
            <a:off x="381997" y="685800"/>
            <a:ext cx="6094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c9b812a9b5_0_7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g3c9b812a9b5_0_74:notes"/>
          <p:cNvSpPr>
            <a:spLocks noGrp="1" noRot="1" noChangeAspect="1"/>
          </p:cNvSpPr>
          <p:nvPr>
            <p:ph type="sldImg" idx="2"/>
          </p:nvPr>
        </p:nvSpPr>
        <p:spPr>
          <a:xfrm>
            <a:off x="381997" y="685800"/>
            <a:ext cx="6094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95ab60ed26_0_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g395ab60ed26_0_30:notes"/>
          <p:cNvSpPr>
            <a:spLocks noGrp="1" noRot="1" noChangeAspect="1"/>
          </p:cNvSpPr>
          <p:nvPr>
            <p:ph type="sldImg" idx="2"/>
          </p:nvPr>
        </p:nvSpPr>
        <p:spPr>
          <a:xfrm>
            <a:off x="381997" y="685800"/>
            <a:ext cx="6094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95ab60ed26_0_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g395ab60ed26_0_21:notes"/>
          <p:cNvSpPr>
            <a:spLocks noGrp="1" noRot="1" noChangeAspect="1"/>
          </p:cNvSpPr>
          <p:nvPr>
            <p:ph type="sldImg" idx="2"/>
          </p:nvPr>
        </p:nvSpPr>
        <p:spPr>
          <a:xfrm>
            <a:off x="381997" y="685800"/>
            <a:ext cx="6094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95ab60ed26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95ab60ed26_0_12:notes"/>
          <p:cNvSpPr>
            <a:spLocks noGrp="1" noRot="1" noChangeAspect="1"/>
          </p:cNvSpPr>
          <p:nvPr>
            <p:ph type="sldImg" idx="2"/>
          </p:nvPr>
        </p:nvSpPr>
        <p:spPr>
          <a:xfrm>
            <a:off x="381997" y="685800"/>
            <a:ext cx="6094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95ab60ed26_0_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3" name="Google Shape;153;g395ab60ed26_0_63:notes"/>
          <p:cNvSpPr>
            <a:spLocks noGrp="1" noRot="1" noChangeAspect="1"/>
          </p:cNvSpPr>
          <p:nvPr>
            <p:ph type="sldImg" idx="2"/>
          </p:nvPr>
        </p:nvSpPr>
        <p:spPr>
          <a:xfrm>
            <a:off x="381997" y="685800"/>
            <a:ext cx="60948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7b142cc846_0_442:notes"/>
          <p:cNvSpPr>
            <a:spLocks noGrp="1" noRot="1" noChangeAspect="1"/>
          </p:cNvSpPr>
          <p:nvPr>
            <p:ph type="sldImg" idx="2"/>
          </p:nvPr>
        </p:nvSpPr>
        <p:spPr>
          <a:xfrm>
            <a:off x="382588" y="685800"/>
            <a:ext cx="60945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37b142cc846_0_4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831420" y="1986460"/>
            <a:ext cx="22727100" cy="5476200"/>
          </a:xfrm>
          <a:prstGeom prst="rect">
            <a:avLst/>
          </a:prstGeom>
          <a:noFill/>
          <a:ln>
            <a:noFill/>
          </a:ln>
        </p:spPr>
        <p:txBody>
          <a:bodyPr spcFirstLastPara="1" wrap="square" lIns="243875" tIns="243875" rIns="243875" bIns="243875" anchor="b" anchorCtr="0">
            <a:normAutofit/>
          </a:bodyPr>
          <a:lstStyle>
            <a:lvl1pPr lvl="0" algn="ctr">
              <a:lnSpc>
                <a:spcPct val="100000"/>
              </a:lnSpc>
              <a:spcBef>
                <a:spcPts val="0"/>
              </a:spcBef>
              <a:spcAft>
                <a:spcPts val="0"/>
              </a:spcAft>
              <a:buSzPts val="13900"/>
              <a:buNone/>
              <a:defRPr sz="13900"/>
            </a:lvl1pPr>
            <a:lvl2pPr lvl="1" algn="ctr">
              <a:lnSpc>
                <a:spcPct val="100000"/>
              </a:lnSpc>
              <a:spcBef>
                <a:spcPts val="0"/>
              </a:spcBef>
              <a:spcAft>
                <a:spcPts val="0"/>
              </a:spcAft>
              <a:buSzPts val="13900"/>
              <a:buNone/>
              <a:defRPr sz="13900"/>
            </a:lvl2pPr>
            <a:lvl3pPr lvl="2" algn="ctr">
              <a:lnSpc>
                <a:spcPct val="100000"/>
              </a:lnSpc>
              <a:spcBef>
                <a:spcPts val="0"/>
              </a:spcBef>
              <a:spcAft>
                <a:spcPts val="0"/>
              </a:spcAft>
              <a:buSzPts val="13900"/>
              <a:buNone/>
              <a:defRPr sz="13900"/>
            </a:lvl3pPr>
            <a:lvl4pPr lvl="3" algn="ctr">
              <a:lnSpc>
                <a:spcPct val="100000"/>
              </a:lnSpc>
              <a:spcBef>
                <a:spcPts val="0"/>
              </a:spcBef>
              <a:spcAft>
                <a:spcPts val="0"/>
              </a:spcAft>
              <a:buSzPts val="13900"/>
              <a:buNone/>
              <a:defRPr sz="13900"/>
            </a:lvl4pPr>
            <a:lvl5pPr lvl="4" algn="ctr">
              <a:lnSpc>
                <a:spcPct val="100000"/>
              </a:lnSpc>
              <a:spcBef>
                <a:spcPts val="0"/>
              </a:spcBef>
              <a:spcAft>
                <a:spcPts val="0"/>
              </a:spcAft>
              <a:buSzPts val="13900"/>
              <a:buNone/>
              <a:defRPr sz="13900"/>
            </a:lvl5pPr>
            <a:lvl6pPr lvl="5" algn="ctr">
              <a:lnSpc>
                <a:spcPct val="100000"/>
              </a:lnSpc>
              <a:spcBef>
                <a:spcPts val="0"/>
              </a:spcBef>
              <a:spcAft>
                <a:spcPts val="0"/>
              </a:spcAft>
              <a:buSzPts val="13900"/>
              <a:buNone/>
              <a:defRPr sz="13900"/>
            </a:lvl6pPr>
            <a:lvl7pPr lvl="6" algn="ctr">
              <a:lnSpc>
                <a:spcPct val="100000"/>
              </a:lnSpc>
              <a:spcBef>
                <a:spcPts val="0"/>
              </a:spcBef>
              <a:spcAft>
                <a:spcPts val="0"/>
              </a:spcAft>
              <a:buSzPts val="13900"/>
              <a:buNone/>
              <a:defRPr sz="13900"/>
            </a:lvl7pPr>
            <a:lvl8pPr lvl="7" algn="ctr">
              <a:lnSpc>
                <a:spcPct val="100000"/>
              </a:lnSpc>
              <a:spcBef>
                <a:spcPts val="0"/>
              </a:spcBef>
              <a:spcAft>
                <a:spcPts val="0"/>
              </a:spcAft>
              <a:buSzPts val="13900"/>
              <a:buNone/>
              <a:defRPr sz="13900"/>
            </a:lvl8pPr>
            <a:lvl9pPr lvl="8" algn="ctr">
              <a:lnSpc>
                <a:spcPct val="100000"/>
              </a:lnSpc>
              <a:spcBef>
                <a:spcPts val="0"/>
              </a:spcBef>
              <a:spcAft>
                <a:spcPts val="0"/>
              </a:spcAft>
              <a:buSzPts val="13900"/>
              <a:buNone/>
              <a:defRPr sz="13900"/>
            </a:lvl9pPr>
          </a:lstStyle>
          <a:p>
            <a:endParaRPr/>
          </a:p>
        </p:txBody>
      </p:sp>
      <p:sp>
        <p:nvSpPr>
          <p:cNvPr id="11" name="Google Shape;11;p2"/>
          <p:cNvSpPr txBox="1">
            <a:spLocks noGrp="1"/>
          </p:cNvSpPr>
          <p:nvPr>
            <p:ph type="subTitle" idx="1"/>
          </p:nvPr>
        </p:nvSpPr>
        <p:spPr>
          <a:xfrm>
            <a:off x="831398" y="7561193"/>
            <a:ext cx="22727100" cy="2114700"/>
          </a:xfrm>
          <a:prstGeom prst="rect">
            <a:avLst/>
          </a:prstGeom>
          <a:noFill/>
          <a:ln>
            <a:noFill/>
          </a:ln>
        </p:spPr>
        <p:txBody>
          <a:bodyPr spcFirstLastPara="1" wrap="square" lIns="243875" tIns="243875" rIns="243875" bIns="243875" anchor="t" anchorCtr="0">
            <a:normAutofit/>
          </a:bodyPr>
          <a:lstStyle>
            <a:lvl1pPr lvl="0" algn="ctr">
              <a:lnSpc>
                <a:spcPct val="100000"/>
              </a:lnSpc>
              <a:spcBef>
                <a:spcPts val="0"/>
              </a:spcBef>
              <a:spcAft>
                <a:spcPts val="0"/>
              </a:spcAft>
              <a:buSzPts val="7500"/>
              <a:buNone/>
              <a:defRPr sz="7500"/>
            </a:lvl1pPr>
            <a:lvl2pPr lvl="1" algn="ctr">
              <a:lnSpc>
                <a:spcPct val="100000"/>
              </a:lnSpc>
              <a:spcBef>
                <a:spcPts val="0"/>
              </a:spcBef>
              <a:spcAft>
                <a:spcPts val="0"/>
              </a:spcAft>
              <a:buSzPts val="7500"/>
              <a:buNone/>
              <a:defRPr sz="7500"/>
            </a:lvl2pPr>
            <a:lvl3pPr lvl="2" algn="ctr">
              <a:lnSpc>
                <a:spcPct val="100000"/>
              </a:lnSpc>
              <a:spcBef>
                <a:spcPts val="0"/>
              </a:spcBef>
              <a:spcAft>
                <a:spcPts val="0"/>
              </a:spcAft>
              <a:buSzPts val="7500"/>
              <a:buNone/>
              <a:defRPr sz="7500"/>
            </a:lvl3pPr>
            <a:lvl4pPr lvl="3" algn="ctr">
              <a:lnSpc>
                <a:spcPct val="100000"/>
              </a:lnSpc>
              <a:spcBef>
                <a:spcPts val="0"/>
              </a:spcBef>
              <a:spcAft>
                <a:spcPts val="0"/>
              </a:spcAft>
              <a:buSzPts val="7500"/>
              <a:buNone/>
              <a:defRPr sz="7500"/>
            </a:lvl4pPr>
            <a:lvl5pPr lvl="4" algn="ctr">
              <a:lnSpc>
                <a:spcPct val="100000"/>
              </a:lnSpc>
              <a:spcBef>
                <a:spcPts val="0"/>
              </a:spcBef>
              <a:spcAft>
                <a:spcPts val="0"/>
              </a:spcAft>
              <a:buSzPts val="7500"/>
              <a:buNone/>
              <a:defRPr sz="7500"/>
            </a:lvl5pPr>
            <a:lvl6pPr lvl="5" algn="ctr">
              <a:lnSpc>
                <a:spcPct val="100000"/>
              </a:lnSpc>
              <a:spcBef>
                <a:spcPts val="0"/>
              </a:spcBef>
              <a:spcAft>
                <a:spcPts val="0"/>
              </a:spcAft>
              <a:buSzPts val="7500"/>
              <a:buNone/>
              <a:defRPr sz="7500"/>
            </a:lvl6pPr>
            <a:lvl7pPr lvl="6" algn="ctr">
              <a:lnSpc>
                <a:spcPct val="100000"/>
              </a:lnSpc>
              <a:spcBef>
                <a:spcPts val="0"/>
              </a:spcBef>
              <a:spcAft>
                <a:spcPts val="0"/>
              </a:spcAft>
              <a:buSzPts val="7500"/>
              <a:buNone/>
              <a:defRPr sz="7500"/>
            </a:lvl7pPr>
            <a:lvl8pPr lvl="7" algn="ctr">
              <a:lnSpc>
                <a:spcPct val="100000"/>
              </a:lnSpc>
              <a:spcBef>
                <a:spcPts val="0"/>
              </a:spcBef>
              <a:spcAft>
                <a:spcPts val="0"/>
              </a:spcAft>
              <a:buSzPts val="7500"/>
              <a:buNone/>
              <a:defRPr sz="7500"/>
            </a:lvl8pPr>
            <a:lvl9pPr lvl="8" algn="ctr">
              <a:lnSpc>
                <a:spcPct val="100000"/>
              </a:lnSpc>
              <a:spcBef>
                <a:spcPts val="0"/>
              </a:spcBef>
              <a:spcAft>
                <a:spcPts val="0"/>
              </a:spcAft>
              <a:buSzPts val="7500"/>
              <a:buNone/>
              <a:defRPr sz="7500"/>
            </a:lvl9pPr>
          </a:lstStyle>
          <a:p>
            <a:endParaRPr/>
          </a:p>
        </p:txBody>
      </p:sp>
      <p:sp>
        <p:nvSpPr>
          <p:cNvPr id="12" name="Google Shape;12;p2"/>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831398" y="5738276"/>
            <a:ext cx="22727100" cy="2245800"/>
          </a:xfrm>
          <a:prstGeom prst="rect">
            <a:avLst/>
          </a:prstGeom>
          <a:noFill/>
          <a:ln>
            <a:noFill/>
          </a:ln>
        </p:spPr>
        <p:txBody>
          <a:bodyPr spcFirstLastPara="1" wrap="square" lIns="243875" tIns="243875" rIns="243875" bIns="243875" anchor="ctr" anchorCtr="0">
            <a:norm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endParaRPr/>
          </a:p>
        </p:txBody>
      </p:sp>
      <p:sp>
        <p:nvSpPr>
          <p:cNvPr id="15" name="Google Shape;15;p3"/>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831398" y="1187287"/>
            <a:ext cx="22727100" cy="1527900"/>
          </a:xfrm>
          <a:prstGeom prst="rect">
            <a:avLst/>
          </a:prstGeom>
          <a:noFill/>
          <a:ln>
            <a:noFill/>
          </a:ln>
        </p:spPr>
        <p:txBody>
          <a:bodyPr spcFirstLastPara="1" wrap="square" lIns="243875" tIns="243875" rIns="243875" bIns="243875" anchor="t" anchorCtr="0">
            <a:norm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7500"/>
              <a:buNone/>
              <a:defRPr/>
            </a:lvl2pPr>
            <a:lvl3pPr lvl="2" algn="l">
              <a:lnSpc>
                <a:spcPct val="100000"/>
              </a:lnSpc>
              <a:spcBef>
                <a:spcPts val="0"/>
              </a:spcBef>
              <a:spcAft>
                <a:spcPts val="0"/>
              </a:spcAft>
              <a:buSzPts val="7500"/>
              <a:buNone/>
              <a:defRPr/>
            </a:lvl3pPr>
            <a:lvl4pPr lvl="3" algn="l">
              <a:lnSpc>
                <a:spcPct val="100000"/>
              </a:lnSpc>
              <a:spcBef>
                <a:spcPts val="0"/>
              </a:spcBef>
              <a:spcAft>
                <a:spcPts val="0"/>
              </a:spcAft>
              <a:buSzPts val="7500"/>
              <a:buNone/>
              <a:defRPr/>
            </a:lvl4pPr>
            <a:lvl5pPr lvl="4" algn="l">
              <a:lnSpc>
                <a:spcPct val="100000"/>
              </a:lnSpc>
              <a:spcBef>
                <a:spcPts val="0"/>
              </a:spcBef>
              <a:spcAft>
                <a:spcPts val="0"/>
              </a:spcAft>
              <a:buSzPts val="7500"/>
              <a:buNone/>
              <a:defRPr/>
            </a:lvl5pPr>
            <a:lvl6pPr lvl="5" algn="l">
              <a:lnSpc>
                <a:spcPct val="100000"/>
              </a:lnSpc>
              <a:spcBef>
                <a:spcPts val="0"/>
              </a:spcBef>
              <a:spcAft>
                <a:spcPts val="0"/>
              </a:spcAft>
              <a:buSzPts val="7500"/>
              <a:buNone/>
              <a:defRPr/>
            </a:lvl6pPr>
            <a:lvl7pPr lvl="6" algn="l">
              <a:lnSpc>
                <a:spcPct val="100000"/>
              </a:lnSpc>
              <a:spcBef>
                <a:spcPts val="0"/>
              </a:spcBef>
              <a:spcAft>
                <a:spcPts val="0"/>
              </a:spcAft>
              <a:buSzPts val="7500"/>
              <a:buNone/>
              <a:defRPr/>
            </a:lvl7pPr>
            <a:lvl8pPr lvl="7" algn="l">
              <a:lnSpc>
                <a:spcPct val="100000"/>
              </a:lnSpc>
              <a:spcBef>
                <a:spcPts val="0"/>
              </a:spcBef>
              <a:spcAft>
                <a:spcPts val="0"/>
              </a:spcAft>
              <a:buSzPts val="7500"/>
              <a:buNone/>
              <a:defRPr/>
            </a:lvl8pPr>
            <a:lvl9pPr lvl="8" algn="l">
              <a:lnSpc>
                <a:spcPct val="100000"/>
              </a:lnSpc>
              <a:spcBef>
                <a:spcPts val="0"/>
              </a:spcBef>
              <a:spcAft>
                <a:spcPts val="0"/>
              </a:spcAft>
              <a:buSzPts val="7500"/>
              <a:buNone/>
              <a:defRPr/>
            </a:lvl9pPr>
          </a:lstStyle>
          <a:p>
            <a:endParaRPr/>
          </a:p>
        </p:txBody>
      </p:sp>
      <p:sp>
        <p:nvSpPr>
          <p:cNvPr id="18" name="Google Shape;18;p4"/>
          <p:cNvSpPr txBox="1">
            <a:spLocks noGrp="1"/>
          </p:cNvSpPr>
          <p:nvPr>
            <p:ph type="body" idx="1"/>
          </p:nvPr>
        </p:nvSpPr>
        <p:spPr>
          <a:xfrm>
            <a:off x="831398" y="3074701"/>
            <a:ext cx="22727100" cy="9114600"/>
          </a:xfrm>
          <a:prstGeom prst="rect">
            <a:avLst/>
          </a:prstGeom>
          <a:noFill/>
          <a:ln>
            <a:noFill/>
          </a:ln>
        </p:spPr>
        <p:txBody>
          <a:bodyPr spcFirstLastPara="1" wrap="square" lIns="243875" tIns="243875" rIns="243875" bIns="243875" anchor="t" anchorCtr="0">
            <a:normAutofit/>
          </a:bodyPr>
          <a:lstStyle>
            <a:lvl1pPr marL="457200" lvl="0" indent="-533400" algn="l">
              <a:lnSpc>
                <a:spcPct val="115000"/>
              </a:lnSpc>
              <a:spcBef>
                <a:spcPts val="0"/>
              </a:spcBef>
              <a:spcAft>
                <a:spcPts val="0"/>
              </a:spcAft>
              <a:buSzPts val="4800"/>
              <a:buChar char="●"/>
              <a:defRPr/>
            </a:lvl1pPr>
            <a:lvl2pPr marL="914400" lvl="1" indent="-463550" algn="l">
              <a:lnSpc>
                <a:spcPct val="115000"/>
              </a:lnSpc>
              <a:spcBef>
                <a:spcPts val="0"/>
              </a:spcBef>
              <a:spcAft>
                <a:spcPts val="0"/>
              </a:spcAft>
              <a:buSzPts val="3700"/>
              <a:buChar char="○"/>
              <a:defRPr/>
            </a:lvl2pPr>
            <a:lvl3pPr marL="1371600" lvl="2" indent="-463550" algn="l">
              <a:lnSpc>
                <a:spcPct val="115000"/>
              </a:lnSpc>
              <a:spcBef>
                <a:spcPts val="0"/>
              </a:spcBef>
              <a:spcAft>
                <a:spcPts val="0"/>
              </a:spcAft>
              <a:buSzPts val="3700"/>
              <a:buChar char="■"/>
              <a:defRPr/>
            </a:lvl3pPr>
            <a:lvl4pPr marL="1828800" lvl="3" indent="-463550" algn="l">
              <a:lnSpc>
                <a:spcPct val="115000"/>
              </a:lnSpc>
              <a:spcBef>
                <a:spcPts val="0"/>
              </a:spcBef>
              <a:spcAft>
                <a:spcPts val="0"/>
              </a:spcAft>
              <a:buSzPts val="3700"/>
              <a:buChar char="●"/>
              <a:defRPr/>
            </a:lvl4pPr>
            <a:lvl5pPr marL="2286000" lvl="4" indent="-463550" algn="l">
              <a:lnSpc>
                <a:spcPct val="115000"/>
              </a:lnSpc>
              <a:spcBef>
                <a:spcPts val="0"/>
              </a:spcBef>
              <a:spcAft>
                <a:spcPts val="0"/>
              </a:spcAft>
              <a:buSzPts val="3700"/>
              <a:buChar char="○"/>
              <a:defRPr/>
            </a:lvl5pPr>
            <a:lvl6pPr marL="2743200" lvl="5" indent="-463550" algn="l">
              <a:lnSpc>
                <a:spcPct val="115000"/>
              </a:lnSpc>
              <a:spcBef>
                <a:spcPts val="0"/>
              </a:spcBef>
              <a:spcAft>
                <a:spcPts val="0"/>
              </a:spcAft>
              <a:buSzPts val="3700"/>
              <a:buChar char="■"/>
              <a:defRPr/>
            </a:lvl6pPr>
            <a:lvl7pPr marL="3200400" lvl="6" indent="-463550" algn="l">
              <a:lnSpc>
                <a:spcPct val="115000"/>
              </a:lnSpc>
              <a:spcBef>
                <a:spcPts val="0"/>
              </a:spcBef>
              <a:spcAft>
                <a:spcPts val="0"/>
              </a:spcAft>
              <a:buSzPts val="3700"/>
              <a:buChar char="●"/>
              <a:defRPr/>
            </a:lvl7pPr>
            <a:lvl8pPr marL="3657600" lvl="7" indent="-463550" algn="l">
              <a:lnSpc>
                <a:spcPct val="115000"/>
              </a:lnSpc>
              <a:spcBef>
                <a:spcPts val="0"/>
              </a:spcBef>
              <a:spcAft>
                <a:spcPts val="0"/>
              </a:spcAft>
              <a:buSzPts val="3700"/>
              <a:buChar char="○"/>
              <a:defRPr/>
            </a:lvl8pPr>
            <a:lvl9pPr marL="4114800" lvl="8" indent="-463550" algn="l">
              <a:lnSpc>
                <a:spcPct val="115000"/>
              </a:lnSpc>
              <a:spcBef>
                <a:spcPts val="0"/>
              </a:spcBef>
              <a:spcAft>
                <a:spcPts val="0"/>
              </a:spcAft>
              <a:buSzPts val="3700"/>
              <a:buChar char="■"/>
              <a:defRPr/>
            </a:lvl9pPr>
          </a:lstStyle>
          <a:p>
            <a:endParaRPr/>
          </a:p>
        </p:txBody>
      </p:sp>
      <p:sp>
        <p:nvSpPr>
          <p:cNvPr id="19" name="Google Shape;19;p4"/>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831398" y="1187287"/>
            <a:ext cx="22727100" cy="1527900"/>
          </a:xfrm>
          <a:prstGeom prst="rect">
            <a:avLst/>
          </a:prstGeom>
          <a:noFill/>
          <a:ln>
            <a:noFill/>
          </a:ln>
        </p:spPr>
        <p:txBody>
          <a:bodyPr spcFirstLastPara="1" wrap="square" lIns="243875" tIns="243875" rIns="243875" bIns="243875" anchor="t" anchorCtr="0">
            <a:norm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7500"/>
              <a:buNone/>
              <a:defRPr/>
            </a:lvl2pPr>
            <a:lvl3pPr lvl="2" algn="l">
              <a:lnSpc>
                <a:spcPct val="100000"/>
              </a:lnSpc>
              <a:spcBef>
                <a:spcPts val="0"/>
              </a:spcBef>
              <a:spcAft>
                <a:spcPts val="0"/>
              </a:spcAft>
              <a:buSzPts val="7500"/>
              <a:buNone/>
              <a:defRPr/>
            </a:lvl3pPr>
            <a:lvl4pPr lvl="3" algn="l">
              <a:lnSpc>
                <a:spcPct val="100000"/>
              </a:lnSpc>
              <a:spcBef>
                <a:spcPts val="0"/>
              </a:spcBef>
              <a:spcAft>
                <a:spcPts val="0"/>
              </a:spcAft>
              <a:buSzPts val="7500"/>
              <a:buNone/>
              <a:defRPr/>
            </a:lvl4pPr>
            <a:lvl5pPr lvl="4" algn="l">
              <a:lnSpc>
                <a:spcPct val="100000"/>
              </a:lnSpc>
              <a:spcBef>
                <a:spcPts val="0"/>
              </a:spcBef>
              <a:spcAft>
                <a:spcPts val="0"/>
              </a:spcAft>
              <a:buSzPts val="7500"/>
              <a:buNone/>
              <a:defRPr/>
            </a:lvl5pPr>
            <a:lvl6pPr lvl="5" algn="l">
              <a:lnSpc>
                <a:spcPct val="100000"/>
              </a:lnSpc>
              <a:spcBef>
                <a:spcPts val="0"/>
              </a:spcBef>
              <a:spcAft>
                <a:spcPts val="0"/>
              </a:spcAft>
              <a:buSzPts val="7500"/>
              <a:buNone/>
              <a:defRPr/>
            </a:lvl6pPr>
            <a:lvl7pPr lvl="6" algn="l">
              <a:lnSpc>
                <a:spcPct val="100000"/>
              </a:lnSpc>
              <a:spcBef>
                <a:spcPts val="0"/>
              </a:spcBef>
              <a:spcAft>
                <a:spcPts val="0"/>
              </a:spcAft>
              <a:buSzPts val="7500"/>
              <a:buNone/>
              <a:defRPr/>
            </a:lvl7pPr>
            <a:lvl8pPr lvl="7" algn="l">
              <a:lnSpc>
                <a:spcPct val="100000"/>
              </a:lnSpc>
              <a:spcBef>
                <a:spcPts val="0"/>
              </a:spcBef>
              <a:spcAft>
                <a:spcPts val="0"/>
              </a:spcAft>
              <a:buSzPts val="7500"/>
              <a:buNone/>
              <a:defRPr/>
            </a:lvl8pPr>
            <a:lvl9pPr lvl="8" algn="l">
              <a:lnSpc>
                <a:spcPct val="100000"/>
              </a:lnSpc>
              <a:spcBef>
                <a:spcPts val="0"/>
              </a:spcBef>
              <a:spcAft>
                <a:spcPts val="0"/>
              </a:spcAft>
              <a:buSzPts val="7500"/>
              <a:buNone/>
              <a:defRPr/>
            </a:lvl9pPr>
          </a:lstStyle>
          <a:p>
            <a:endParaRPr/>
          </a:p>
        </p:txBody>
      </p:sp>
      <p:sp>
        <p:nvSpPr>
          <p:cNvPr id="22" name="Google Shape;22;p5"/>
          <p:cNvSpPr txBox="1">
            <a:spLocks noGrp="1"/>
          </p:cNvSpPr>
          <p:nvPr>
            <p:ph type="body" idx="1"/>
          </p:nvPr>
        </p:nvSpPr>
        <p:spPr>
          <a:xfrm>
            <a:off x="831398" y="3074701"/>
            <a:ext cx="10668900" cy="9114600"/>
          </a:xfrm>
          <a:prstGeom prst="rect">
            <a:avLst/>
          </a:prstGeom>
          <a:noFill/>
          <a:ln>
            <a:noFill/>
          </a:ln>
        </p:spPr>
        <p:txBody>
          <a:bodyPr spcFirstLastPara="1" wrap="square" lIns="243875" tIns="243875" rIns="243875" bIns="243875" anchor="t" anchorCtr="0">
            <a:normAutofit/>
          </a:bodyPr>
          <a:lstStyle>
            <a:lvl1pPr marL="457200" lvl="0" indent="-463550" algn="l">
              <a:lnSpc>
                <a:spcPct val="115000"/>
              </a:lnSpc>
              <a:spcBef>
                <a:spcPts val="0"/>
              </a:spcBef>
              <a:spcAft>
                <a:spcPts val="0"/>
              </a:spcAft>
              <a:buSzPts val="3700"/>
              <a:buChar char="●"/>
              <a:defRPr sz="3700"/>
            </a:lvl1pPr>
            <a:lvl2pPr marL="914400" lvl="1" indent="-431800" algn="l">
              <a:lnSpc>
                <a:spcPct val="115000"/>
              </a:lnSpc>
              <a:spcBef>
                <a:spcPts val="0"/>
              </a:spcBef>
              <a:spcAft>
                <a:spcPts val="0"/>
              </a:spcAft>
              <a:buSzPts val="3200"/>
              <a:buChar char="○"/>
              <a:defRPr sz="3200"/>
            </a:lvl2pPr>
            <a:lvl3pPr marL="1371600" lvl="2" indent="-431800" algn="l">
              <a:lnSpc>
                <a:spcPct val="115000"/>
              </a:lnSpc>
              <a:spcBef>
                <a:spcPts val="0"/>
              </a:spcBef>
              <a:spcAft>
                <a:spcPts val="0"/>
              </a:spcAft>
              <a:buSzPts val="3200"/>
              <a:buChar char="■"/>
              <a:defRPr sz="3200"/>
            </a:lvl3pPr>
            <a:lvl4pPr marL="1828800" lvl="3" indent="-431800" algn="l">
              <a:lnSpc>
                <a:spcPct val="115000"/>
              </a:lnSpc>
              <a:spcBef>
                <a:spcPts val="0"/>
              </a:spcBef>
              <a:spcAft>
                <a:spcPts val="0"/>
              </a:spcAft>
              <a:buSzPts val="3200"/>
              <a:buChar char="●"/>
              <a:defRPr sz="3200"/>
            </a:lvl4pPr>
            <a:lvl5pPr marL="2286000" lvl="4" indent="-431800" algn="l">
              <a:lnSpc>
                <a:spcPct val="115000"/>
              </a:lnSpc>
              <a:spcBef>
                <a:spcPts val="0"/>
              </a:spcBef>
              <a:spcAft>
                <a:spcPts val="0"/>
              </a:spcAft>
              <a:buSzPts val="3200"/>
              <a:buChar char="○"/>
              <a:defRPr sz="3200"/>
            </a:lvl5pPr>
            <a:lvl6pPr marL="2743200" lvl="5" indent="-431800" algn="l">
              <a:lnSpc>
                <a:spcPct val="115000"/>
              </a:lnSpc>
              <a:spcBef>
                <a:spcPts val="0"/>
              </a:spcBef>
              <a:spcAft>
                <a:spcPts val="0"/>
              </a:spcAft>
              <a:buSzPts val="3200"/>
              <a:buChar char="■"/>
              <a:defRPr sz="3200"/>
            </a:lvl6pPr>
            <a:lvl7pPr marL="3200400" lvl="6" indent="-431800" algn="l">
              <a:lnSpc>
                <a:spcPct val="115000"/>
              </a:lnSpc>
              <a:spcBef>
                <a:spcPts val="0"/>
              </a:spcBef>
              <a:spcAft>
                <a:spcPts val="0"/>
              </a:spcAft>
              <a:buSzPts val="3200"/>
              <a:buChar char="●"/>
              <a:defRPr sz="3200"/>
            </a:lvl7pPr>
            <a:lvl8pPr marL="3657600" lvl="7" indent="-431800" algn="l">
              <a:lnSpc>
                <a:spcPct val="115000"/>
              </a:lnSpc>
              <a:spcBef>
                <a:spcPts val="0"/>
              </a:spcBef>
              <a:spcAft>
                <a:spcPts val="0"/>
              </a:spcAft>
              <a:buSzPts val="3200"/>
              <a:buChar char="○"/>
              <a:defRPr sz="3200"/>
            </a:lvl8pPr>
            <a:lvl9pPr marL="4114800" lvl="8" indent="-431800" algn="l">
              <a:lnSpc>
                <a:spcPct val="115000"/>
              </a:lnSpc>
              <a:spcBef>
                <a:spcPts val="0"/>
              </a:spcBef>
              <a:spcAft>
                <a:spcPts val="0"/>
              </a:spcAft>
              <a:buSzPts val="3200"/>
              <a:buChar char="■"/>
              <a:defRPr sz="3200"/>
            </a:lvl9pPr>
          </a:lstStyle>
          <a:p>
            <a:endParaRPr/>
          </a:p>
        </p:txBody>
      </p:sp>
      <p:sp>
        <p:nvSpPr>
          <p:cNvPr id="23" name="Google Shape;23;p5"/>
          <p:cNvSpPr txBox="1">
            <a:spLocks noGrp="1"/>
          </p:cNvSpPr>
          <p:nvPr>
            <p:ph type="body" idx="2"/>
          </p:nvPr>
        </p:nvSpPr>
        <p:spPr>
          <a:xfrm>
            <a:off x="12889465" y="3074701"/>
            <a:ext cx="10668900" cy="9114600"/>
          </a:xfrm>
          <a:prstGeom prst="rect">
            <a:avLst/>
          </a:prstGeom>
          <a:noFill/>
          <a:ln>
            <a:noFill/>
          </a:ln>
        </p:spPr>
        <p:txBody>
          <a:bodyPr spcFirstLastPara="1" wrap="square" lIns="243875" tIns="243875" rIns="243875" bIns="243875" anchor="t" anchorCtr="0">
            <a:normAutofit/>
          </a:bodyPr>
          <a:lstStyle>
            <a:lvl1pPr marL="457200" lvl="0" indent="-463550" algn="l">
              <a:lnSpc>
                <a:spcPct val="115000"/>
              </a:lnSpc>
              <a:spcBef>
                <a:spcPts val="0"/>
              </a:spcBef>
              <a:spcAft>
                <a:spcPts val="0"/>
              </a:spcAft>
              <a:buSzPts val="3700"/>
              <a:buChar char="●"/>
              <a:defRPr sz="3700"/>
            </a:lvl1pPr>
            <a:lvl2pPr marL="914400" lvl="1" indent="-431800" algn="l">
              <a:lnSpc>
                <a:spcPct val="115000"/>
              </a:lnSpc>
              <a:spcBef>
                <a:spcPts val="0"/>
              </a:spcBef>
              <a:spcAft>
                <a:spcPts val="0"/>
              </a:spcAft>
              <a:buSzPts val="3200"/>
              <a:buChar char="○"/>
              <a:defRPr sz="3200"/>
            </a:lvl2pPr>
            <a:lvl3pPr marL="1371600" lvl="2" indent="-431800" algn="l">
              <a:lnSpc>
                <a:spcPct val="115000"/>
              </a:lnSpc>
              <a:spcBef>
                <a:spcPts val="0"/>
              </a:spcBef>
              <a:spcAft>
                <a:spcPts val="0"/>
              </a:spcAft>
              <a:buSzPts val="3200"/>
              <a:buChar char="■"/>
              <a:defRPr sz="3200"/>
            </a:lvl3pPr>
            <a:lvl4pPr marL="1828800" lvl="3" indent="-431800" algn="l">
              <a:lnSpc>
                <a:spcPct val="115000"/>
              </a:lnSpc>
              <a:spcBef>
                <a:spcPts val="0"/>
              </a:spcBef>
              <a:spcAft>
                <a:spcPts val="0"/>
              </a:spcAft>
              <a:buSzPts val="3200"/>
              <a:buChar char="●"/>
              <a:defRPr sz="3200"/>
            </a:lvl4pPr>
            <a:lvl5pPr marL="2286000" lvl="4" indent="-431800" algn="l">
              <a:lnSpc>
                <a:spcPct val="115000"/>
              </a:lnSpc>
              <a:spcBef>
                <a:spcPts val="0"/>
              </a:spcBef>
              <a:spcAft>
                <a:spcPts val="0"/>
              </a:spcAft>
              <a:buSzPts val="3200"/>
              <a:buChar char="○"/>
              <a:defRPr sz="3200"/>
            </a:lvl5pPr>
            <a:lvl6pPr marL="2743200" lvl="5" indent="-431800" algn="l">
              <a:lnSpc>
                <a:spcPct val="115000"/>
              </a:lnSpc>
              <a:spcBef>
                <a:spcPts val="0"/>
              </a:spcBef>
              <a:spcAft>
                <a:spcPts val="0"/>
              </a:spcAft>
              <a:buSzPts val="3200"/>
              <a:buChar char="■"/>
              <a:defRPr sz="3200"/>
            </a:lvl6pPr>
            <a:lvl7pPr marL="3200400" lvl="6" indent="-431800" algn="l">
              <a:lnSpc>
                <a:spcPct val="115000"/>
              </a:lnSpc>
              <a:spcBef>
                <a:spcPts val="0"/>
              </a:spcBef>
              <a:spcAft>
                <a:spcPts val="0"/>
              </a:spcAft>
              <a:buSzPts val="3200"/>
              <a:buChar char="●"/>
              <a:defRPr sz="3200"/>
            </a:lvl7pPr>
            <a:lvl8pPr marL="3657600" lvl="7" indent="-431800" algn="l">
              <a:lnSpc>
                <a:spcPct val="115000"/>
              </a:lnSpc>
              <a:spcBef>
                <a:spcPts val="0"/>
              </a:spcBef>
              <a:spcAft>
                <a:spcPts val="0"/>
              </a:spcAft>
              <a:buSzPts val="3200"/>
              <a:buChar char="○"/>
              <a:defRPr sz="3200"/>
            </a:lvl8pPr>
            <a:lvl9pPr marL="4114800" lvl="8" indent="-431800" algn="l">
              <a:lnSpc>
                <a:spcPct val="115000"/>
              </a:lnSpc>
              <a:spcBef>
                <a:spcPts val="0"/>
              </a:spcBef>
              <a:spcAft>
                <a:spcPts val="0"/>
              </a:spcAft>
              <a:buSzPts val="3200"/>
              <a:buChar char="■"/>
              <a:defRPr sz="3200"/>
            </a:lvl9pPr>
          </a:lstStyle>
          <a:p>
            <a:endParaRPr/>
          </a:p>
        </p:txBody>
      </p:sp>
      <p:sp>
        <p:nvSpPr>
          <p:cNvPr id="24" name="Google Shape;24;p5"/>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831398" y="1187287"/>
            <a:ext cx="22727100" cy="1527900"/>
          </a:xfrm>
          <a:prstGeom prst="rect">
            <a:avLst/>
          </a:prstGeom>
          <a:noFill/>
          <a:ln>
            <a:noFill/>
          </a:ln>
        </p:spPr>
        <p:txBody>
          <a:bodyPr spcFirstLastPara="1" wrap="square" lIns="243875" tIns="243875" rIns="243875" bIns="243875" anchor="t" anchorCtr="0">
            <a:normAutofit/>
          </a:bodyPr>
          <a:lstStyle>
            <a:lvl1pPr lvl="0" algn="l">
              <a:lnSpc>
                <a:spcPct val="100000"/>
              </a:lnSpc>
              <a:spcBef>
                <a:spcPts val="0"/>
              </a:spcBef>
              <a:spcAft>
                <a:spcPts val="0"/>
              </a:spcAft>
              <a:buSzPts val="7500"/>
              <a:buNone/>
              <a:defRPr/>
            </a:lvl1pPr>
            <a:lvl2pPr lvl="1" algn="l">
              <a:lnSpc>
                <a:spcPct val="100000"/>
              </a:lnSpc>
              <a:spcBef>
                <a:spcPts val="0"/>
              </a:spcBef>
              <a:spcAft>
                <a:spcPts val="0"/>
              </a:spcAft>
              <a:buSzPts val="7500"/>
              <a:buNone/>
              <a:defRPr/>
            </a:lvl2pPr>
            <a:lvl3pPr lvl="2" algn="l">
              <a:lnSpc>
                <a:spcPct val="100000"/>
              </a:lnSpc>
              <a:spcBef>
                <a:spcPts val="0"/>
              </a:spcBef>
              <a:spcAft>
                <a:spcPts val="0"/>
              </a:spcAft>
              <a:buSzPts val="7500"/>
              <a:buNone/>
              <a:defRPr/>
            </a:lvl3pPr>
            <a:lvl4pPr lvl="3" algn="l">
              <a:lnSpc>
                <a:spcPct val="100000"/>
              </a:lnSpc>
              <a:spcBef>
                <a:spcPts val="0"/>
              </a:spcBef>
              <a:spcAft>
                <a:spcPts val="0"/>
              </a:spcAft>
              <a:buSzPts val="7500"/>
              <a:buNone/>
              <a:defRPr/>
            </a:lvl4pPr>
            <a:lvl5pPr lvl="4" algn="l">
              <a:lnSpc>
                <a:spcPct val="100000"/>
              </a:lnSpc>
              <a:spcBef>
                <a:spcPts val="0"/>
              </a:spcBef>
              <a:spcAft>
                <a:spcPts val="0"/>
              </a:spcAft>
              <a:buSzPts val="7500"/>
              <a:buNone/>
              <a:defRPr/>
            </a:lvl5pPr>
            <a:lvl6pPr lvl="5" algn="l">
              <a:lnSpc>
                <a:spcPct val="100000"/>
              </a:lnSpc>
              <a:spcBef>
                <a:spcPts val="0"/>
              </a:spcBef>
              <a:spcAft>
                <a:spcPts val="0"/>
              </a:spcAft>
              <a:buSzPts val="7500"/>
              <a:buNone/>
              <a:defRPr/>
            </a:lvl6pPr>
            <a:lvl7pPr lvl="6" algn="l">
              <a:lnSpc>
                <a:spcPct val="100000"/>
              </a:lnSpc>
              <a:spcBef>
                <a:spcPts val="0"/>
              </a:spcBef>
              <a:spcAft>
                <a:spcPts val="0"/>
              </a:spcAft>
              <a:buSzPts val="7500"/>
              <a:buNone/>
              <a:defRPr/>
            </a:lvl7pPr>
            <a:lvl8pPr lvl="7" algn="l">
              <a:lnSpc>
                <a:spcPct val="100000"/>
              </a:lnSpc>
              <a:spcBef>
                <a:spcPts val="0"/>
              </a:spcBef>
              <a:spcAft>
                <a:spcPts val="0"/>
              </a:spcAft>
              <a:buSzPts val="7500"/>
              <a:buNone/>
              <a:defRPr/>
            </a:lvl8pPr>
            <a:lvl9pPr lvl="8" algn="l">
              <a:lnSpc>
                <a:spcPct val="100000"/>
              </a:lnSpc>
              <a:spcBef>
                <a:spcPts val="0"/>
              </a:spcBef>
              <a:spcAft>
                <a:spcPts val="0"/>
              </a:spcAft>
              <a:buSzPts val="7500"/>
              <a:buNone/>
              <a:defRPr/>
            </a:lvl9pPr>
          </a:lstStyle>
          <a:p>
            <a:endParaRPr/>
          </a:p>
        </p:txBody>
      </p:sp>
      <p:sp>
        <p:nvSpPr>
          <p:cNvPr id="27" name="Google Shape;27;p6"/>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831398" y="1482291"/>
            <a:ext cx="7489800" cy="2016000"/>
          </a:xfrm>
          <a:prstGeom prst="rect">
            <a:avLst/>
          </a:prstGeom>
          <a:noFill/>
          <a:ln>
            <a:noFill/>
          </a:ln>
        </p:spPr>
        <p:txBody>
          <a:bodyPr spcFirstLastPara="1" wrap="square" lIns="243875" tIns="243875" rIns="243875" bIns="243875" anchor="b" anchorCtr="0">
            <a:normAutofit/>
          </a:bodyPr>
          <a:lstStyle>
            <a:lvl1pPr lvl="0" algn="l">
              <a:lnSpc>
                <a:spcPct val="100000"/>
              </a:lnSpc>
              <a:spcBef>
                <a:spcPts val="0"/>
              </a:spcBef>
              <a:spcAft>
                <a:spcPts val="0"/>
              </a:spcAft>
              <a:buSzPts val="6400"/>
              <a:buNone/>
              <a:defRPr sz="6400"/>
            </a:lvl1pPr>
            <a:lvl2pPr lvl="1" algn="l">
              <a:lnSpc>
                <a:spcPct val="100000"/>
              </a:lnSpc>
              <a:spcBef>
                <a:spcPts val="0"/>
              </a:spcBef>
              <a:spcAft>
                <a:spcPts val="0"/>
              </a:spcAft>
              <a:buSzPts val="6400"/>
              <a:buNone/>
              <a:defRPr sz="6400"/>
            </a:lvl2pPr>
            <a:lvl3pPr lvl="2" algn="l">
              <a:lnSpc>
                <a:spcPct val="100000"/>
              </a:lnSpc>
              <a:spcBef>
                <a:spcPts val="0"/>
              </a:spcBef>
              <a:spcAft>
                <a:spcPts val="0"/>
              </a:spcAft>
              <a:buSzPts val="6400"/>
              <a:buNone/>
              <a:defRPr sz="6400"/>
            </a:lvl3pPr>
            <a:lvl4pPr lvl="3" algn="l">
              <a:lnSpc>
                <a:spcPct val="100000"/>
              </a:lnSpc>
              <a:spcBef>
                <a:spcPts val="0"/>
              </a:spcBef>
              <a:spcAft>
                <a:spcPts val="0"/>
              </a:spcAft>
              <a:buSzPts val="6400"/>
              <a:buNone/>
              <a:defRPr sz="6400"/>
            </a:lvl4pPr>
            <a:lvl5pPr lvl="4" algn="l">
              <a:lnSpc>
                <a:spcPct val="100000"/>
              </a:lnSpc>
              <a:spcBef>
                <a:spcPts val="0"/>
              </a:spcBef>
              <a:spcAft>
                <a:spcPts val="0"/>
              </a:spcAft>
              <a:buSzPts val="6400"/>
              <a:buNone/>
              <a:defRPr sz="6400"/>
            </a:lvl5pPr>
            <a:lvl6pPr lvl="5" algn="l">
              <a:lnSpc>
                <a:spcPct val="100000"/>
              </a:lnSpc>
              <a:spcBef>
                <a:spcPts val="0"/>
              </a:spcBef>
              <a:spcAft>
                <a:spcPts val="0"/>
              </a:spcAft>
              <a:buSzPts val="6400"/>
              <a:buNone/>
              <a:defRPr sz="6400"/>
            </a:lvl6pPr>
            <a:lvl7pPr lvl="6" algn="l">
              <a:lnSpc>
                <a:spcPct val="100000"/>
              </a:lnSpc>
              <a:spcBef>
                <a:spcPts val="0"/>
              </a:spcBef>
              <a:spcAft>
                <a:spcPts val="0"/>
              </a:spcAft>
              <a:buSzPts val="6400"/>
              <a:buNone/>
              <a:defRPr sz="6400"/>
            </a:lvl7pPr>
            <a:lvl8pPr lvl="7" algn="l">
              <a:lnSpc>
                <a:spcPct val="100000"/>
              </a:lnSpc>
              <a:spcBef>
                <a:spcPts val="0"/>
              </a:spcBef>
              <a:spcAft>
                <a:spcPts val="0"/>
              </a:spcAft>
              <a:buSzPts val="6400"/>
              <a:buNone/>
              <a:defRPr sz="6400"/>
            </a:lvl8pPr>
            <a:lvl9pPr lvl="8" algn="l">
              <a:lnSpc>
                <a:spcPct val="100000"/>
              </a:lnSpc>
              <a:spcBef>
                <a:spcPts val="0"/>
              </a:spcBef>
              <a:spcAft>
                <a:spcPts val="0"/>
              </a:spcAft>
              <a:buSzPts val="6400"/>
              <a:buNone/>
              <a:defRPr sz="6400"/>
            </a:lvl9pPr>
          </a:lstStyle>
          <a:p>
            <a:endParaRPr/>
          </a:p>
        </p:txBody>
      </p:sp>
      <p:sp>
        <p:nvSpPr>
          <p:cNvPr id="30" name="Google Shape;30;p7"/>
          <p:cNvSpPr txBox="1">
            <a:spLocks noGrp="1"/>
          </p:cNvSpPr>
          <p:nvPr>
            <p:ph type="body" idx="1"/>
          </p:nvPr>
        </p:nvSpPr>
        <p:spPr>
          <a:xfrm>
            <a:off x="831398" y="3707329"/>
            <a:ext cx="7489800" cy="8482500"/>
          </a:xfrm>
          <a:prstGeom prst="rect">
            <a:avLst/>
          </a:prstGeom>
          <a:noFill/>
          <a:ln>
            <a:noFill/>
          </a:ln>
        </p:spPr>
        <p:txBody>
          <a:bodyPr spcFirstLastPara="1" wrap="square" lIns="243875" tIns="243875" rIns="243875" bIns="243875" anchor="t" anchorCtr="0">
            <a:normAutofit/>
          </a:bodyPr>
          <a:lstStyle>
            <a:lvl1pPr marL="457200" lvl="0" indent="-431800" algn="l">
              <a:lnSpc>
                <a:spcPct val="115000"/>
              </a:lnSpc>
              <a:spcBef>
                <a:spcPts val="0"/>
              </a:spcBef>
              <a:spcAft>
                <a:spcPts val="0"/>
              </a:spcAft>
              <a:buSzPts val="3200"/>
              <a:buChar char="●"/>
              <a:defRPr sz="3200"/>
            </a:lvl1pPr>
            <a:lvl2pPr marL="914400" lvl="1" indent="-431800" algn="l">
              <a:lnSpc>
                <a:spcPct val="115000"/>
              </a:lnSpc>
              <a:spcBef>
                <a:spcPts val="0"/>
              </a:spcBef>
              <a:spcAft>
                <a:spcPts val="0"/>
              </a:spcAft>
              <a:buSzPts val="3200"/>
              <a:buChar char="○"/>
              <a:defRPr sz="3200"/>
            </a:lvl2pPr>
            <a:lvl3pPr marL="1371600" lvl="2" indent="-431800" algn="l">
              <a:lnSpc>
                <a:spcPct val="115000"/>
              </a:lnSpc>
              <a:spcBef>
                <a:spcPts val="0"/>
              </a:spcBef>
              <a:spcAft>
                <a:spcPts val="0"/>
              </a:spcAft>
              <a:buSzPts val="3200"/>
              <a:buChar char="■"/>
              <a:defRPr sz="3200"/>
            </a:lvl3pPr>
            <a:lvl4pPr marL="1828800" lvl="3" indent="-431800" algn="l">
              <a:lnSpc>
                <a:spcPct val="115000"/>
              </a:lnSpc>
              <a:spcBef>
                <a:spcPts val="0"/>
              </a:spcBef>
              <a:spcAft>
                <a:spcPts val="0"/>
              </a:spcAft>
              <a:buSzPts val="3200"/>
              <a:buChar char="●"/>
              <a:defRPr sz="3200"/>
            </a:lvl4pPr>
            <a:lvl5pPr marL="2286000" lvl="4" indent="-431800" algn="l">
              <a:lnSpc>
                <a:spcPct val="115000"/>
              </a:lnSpc>
              <a:spcBef>
                <a:spcPts val="0"/>
              </a:spcBef>
              <a:spcAft>
                <a:spcPts val="0"/>
              </a:spcAft>
              <a:buSzPts val="3200"/>
              <a:buChar char="○"/>
              <a:defRPr sz="3200"/>
            </a:lvl5pPr>
            <a:lvl6pPr marL="2743200" lvl="5" indent="-431800" algn="l">
              <a:lnSpc>
                <a:spcPct val="115000"/>
              </a:lnSpc>
              <a:spcBef>
                <a:spcPts val="0"/>
              </a:spcBef>
              <a:spcAft>
                <a:spcPts val="0"/>
              </a:spcAft>
              <a:buSzPts val="3200"/>
              <a:buChar char="■"/>
              <a:defRPr sz="3200"/>
            </a:lvl6pPr>
            <a:lvl7pPr marL="3200400" lvl="6" indent="-431800" algn="l">
              <a:lnSpc>
                <a:spcPct val="115000"/>
              </a:lnSpc>
              <a:spcBef>
                <a:spcPts val="0"/>
              </a:spcBef>
              <a:spcAft>
                <a:spcPts val="0"/>
              </a:spcAft>
              <a:buSzPts val="3200"/>
              <a:buChar char="●"/>
              <a:defRPr sz="3200"/>
            </a:lvl7pPr>
            <a:lvl8pPr marL="3657600" lvl="7" indent="-431800" algn="l">
              <a:lnSpc>
                <a:spcPct val="115000"/>
              </a:lnSpc>
              <a:spcBef>
                <a:spcPts val="0"/>
              </a:spcBef>
              <a:spcAft>
                <a:spcPts val="0"/>
              </a:spcAft>
              <a:buSzPts val="3200"/>
              <a:buChar char="○"/>
              <a:defRPr sz="3200"/>
            </a:lvl8pPr>
            <a:lvl9pPr marL="4114800" lvl="8" indent="-431800" algn="l">
              <a:lnSpc>
                <a:spcPct val="115000"/>
              </a:lnSpc>
              <a:spcBef>
                <a:spcPts val="0"/>
              </a:spcBef>
              <a:spcAft>
                <a:spcPts val="0"/>
              </a:spcAft>
              <a:buSzPts val="3200"/>
              <a:buChar char="■"/>
              <a:defRPr sz="3200"/>
            </a:lvl9pPr>
          </a:lstStyle>
          <a:p>
            <a:endParaRPr/>
          </a:p>
        </p:txBody>
      </p:sp>
      <p:sp>
        <p:nvSpPr>
          <p:cNvPr id="31" name="Google Shape;31;p7"/>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307644" y="1200960"/>
            <a:ext cx="16984800" cy="10914000"/>
          </a:xfrm>
          <a:prstGeom prst="rect">
            <a:avLst/>
          </a:prstGeom>
          <a:noFill/>
          <a:ln>
            <a:noFill/>
          </a:ln>
        </p:spPr>
        <p:txBody>
          <a:bodyPr spcFirstLastPara="1" wrap="square" lIns="243875" tIns="243875" rIns="243875" bIns="243875" anchor="ctr" anchorCtr="0">
            <a:normAutofit/>
          </a:bodyPr>
          <a:lstStyle>
            <a:lvl1pPr lvl="0" algn="l">
              <a:lnSpc>
                <a:spcPct val="100000"/>
              </a:lnSpc>
              <a:spcBef>
                <a:spcPts val="0"/>
              </a:spcBef>
              <a:spcAft>
                <a:spcPts val="0"/>
              </a:spcAft>
              <a:buSzPts val="12800"/>
              <a:buNone/>
              <a:defRPr sz="12800"/>
            </a:lvl1pPr>
            <a:lvl2pPr lvl="1" algn="l">
              <a:lnSpc>
                <a:spcPct val="100000"/>
              </a:lnSpc>
              <a:spcBef>
                <a:spcPts val="0"/>
              </a:spcBef>
              <a:spcAft>
                <a:spcPts val="0"/>
              </a:spcAft>
              <a:buSzPts val="12800"/>
              <a:buNone/>
              <a:defRPr sz="12800"/>
            </a:lvl2pPr>
            <a:lvl3pPr lvl="2" algn="l">
              <a:lnSpc>
                <a:spcPct val="100000"/>
              </a:lnSpc>
              <a:spcBef>
                <a:spcPts val="0"/>
              </a:spcBef>
              <a:spcAft>
                <a:spcPts val="0"/>
              </a:spcAft>
              <a:buSzPts val="12800"/>
              <a:buNone/>
              <a:defRPr sz="12800"/>
            </a:lvl3pPr>
            <a:lvl4pPr lvl="3" algn="l">
              <a:lnSpc>
                <a:spcPct val="100000"/>
              </a:lnSpc>
              <a:spcBef>
                <a:spcPts val="0"/>
              </a:spcBef>
              <a:spcAft>
                <a:spcPts val="0"/>
              </a:spcAft>
              <a:buSzPts val="12800"/>
              <a:buNone/>
              <a:defRPr sz="12800"/>
            </a:lvl4pPr>
            <a:lvl5pPr lvl="4" algn="l">
              <a:lnSpc>
                <a:spcPct val="100000"/>
              </a:lnSpc>
              <a:spcBef>
                <a:spcPts val="0"/>
              </a:spcBef>
              <a:spcAft>
                <a:spcPts val="0"/>
              </a:spcAft>
              <a:buSzPts val="12800"/>
              <a:buNone/>
              <a:defRPr sz="12800"/>
            </a:lvl5pPr>
            <a:lvl6pPr lvl="5" algn="l">
              <a:lnSpc>
                <a:spcPct val="100000"/>
              </a:lnSpc>
              <a:spcBef>
                <a:spcPts val="0"/>
              </a:spcBef>
              <a:spcAft>
                <a:spcPts val="0"/>
              </a:spcAft>
              <a:buSzPts val="12800"/>
              <a:buNone/>
              <a:defRPr sz="12800"/>
            </a:lvl6pPr>
            <a:lvl7pPr lvl="6" algn="l">
              <a:lnSpc>
                <a:spcPct val="100000"/>
              </a:lnSpc>
              <a:spcBef>
                <a:spcPts val="0"/>
              </a:spcBef>
              <a:spcAft>
                <a:spcPts val="0"/>
              </a:spcAft>
              <a:buSzPts val="12800"/>
              <a:buNone/>
              <a:defRPr sz="12800"/>
            </a:lvl7pPr>
            <a:lvl8pPr lvl="7" algn="l">
              <a:lnSpc>
                <a:spcPct val="100000"/>
              </a:lnSpc>
              <a:spcBef>
                <a:spcPts val="0"/>
              </a:spcBef>
              <a:spcAft>
                <a:spcPts val="0"/>
              </a:spcAft>
              <a:buSzPts val="12800"/>
              <a:buNone/>
              <a:defRPr sz="12800"/>
            </a:lvl8pPr>
            <a:lvl9pPr lvl="8" algn="l">
              <a:lnSpc>
                <a:spcPct val="100000"/>
              </a:lnSpc>
              <a:spcBef>
                <a:spcPts val="0"/>
              </a:spcBef>
              <a:spcAft>
                <a:spcPts val="0"/>
              </a:spcAft>
              <a:buSzPts val="12800"/>
              <a:buNone/>
              <a:defRPr sz="12800"/>
            </a:lvl9pPr>
          </a:lstStyle>
          <a:p>
            <a:endParaRPr/>
          </a:p>
        </p:txBody>
      </p:sp>
      <p:sp>
        <p:nvSpPr>
          <p:cNvPr id="34" name="Google Shape;34;p8"/>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2194900" y="-333"/>
            <a:ext cx="12195000" cy="13722300"/>
          </a:xfrm>
          <a:prstGeom prst="rect">
            <a:avLst/>
          </a:prstGeom>
          <a:solidFill>
            <a:schemeClr val="lt2"/>
          </a:solidFill>
          <a:ln>
            <a:noFill/>
          </a:ln>
        </p:spPr>
        <p:txBody>
          <a:bodyPr spcFirstLastPara="1" wrap="square" lIns="243875" tIns="243875" rIns="243875" bIns="2438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708168" y="3290001"/>
            <a:ext cx="10789800" cy="3954600"/>
          </a:xfrm>
          <a:prstGeom prst="rect">
            <a:avLst/>
          </a:prstGeom>
          <a:noFill/>
          <a:ln>
            <a:noFill/>
          </a:ln>
        </p:spPr>
        <p:txBody>
          <a:bodyPr spcFirstLastPara="1" wrap="square" lIns="243875" tIns="243875" rIns="243875" bIns="243875" anchor="b" anchorCtr="0">
            <a:normAutofit/>
          </a:bodyPr>
          <a:lstStyle>
            <a:lvl1pPr lvl="0" algn="ctr">
              <a:lnSpc>
                <a:spcPct val="100000"/>
              </a:lnSpc>
              <a:spcBef>
                <a:spcPts val="0"/>
              </a:spcBef>
              <a:spcAft>
                <a:spcPts val="0"/>
              </a:spcAft>
              <a:buSzPts val="11200"/>
              <a:buNone/>
              <a:defRPr sz="11200"/>
            </a:lvl1pPr>
            <a:lvl2pPr lvl="1" algn="ctr">
              <a:lnSpc>
                <a:spcPct val="100000"/>
              </a:lnSpc>
              <a:spcBef>
                <a:spcPts val="0"/>
              </a:spcBef>
              <a:spcAft>
                <a:spcPts val="0"/>
              </a:spcAft>
              <a:buSzPts val="11200"/>
              <a:buNone/>
              <a:defRPr sz="11200"/>
            </a:lvl2pPr>
            <a:lvl3pPr lvl="2" algn="ctr">
              <a:lnSpc>
                <a:spcPct val="100000"/>
              </a:lnSpc>
              <a:spcBef>
                <a:spcPts val="0"/>
              </a:spcBef>
              <a:spcAft>
                <a:spcPts val="0"/>
              </a:spcAft>
              <a:buSzPts val="11200"/>
              <a:buNone/>
              <a:defRPr sz="11200"/>
            </a:lvl3pPr>
            <a:lvl4pPr lvl="3" algn="ctr">
              <a:lnSpc>
                <a:spcPct val="100000"/>
              </a:lnSpc>
              <a:spcBef>
                <a:spcPts val="0"/>
              </a:spcBef>
              <a:spcAft>
                <a:spcPts val="0"/>
              </a:spcAft>
              <a:buSzPts val="11200"/>
              <a:buNone/>
              <a:defRPr sz="11200"/>
            </a:lvl4pPr>
            <a:lvl5pPr lvl="4" algn="ctr">
              <a:lnSpc>
                <a:spcPct val="100000"/>
              </a:lnSpc>
              <a:spcBef>
                <a:spcPts val="0"/>
              </a:spcBef>
              <a:spcAft>
                <a:spcPts val="0"/>
              </a:spcAft>
              <a:buSzPts val="11200"/>
              <a:buNone/>
              <a:defRPr sz="11200"/>
            </a:lvl5pPr>
            <a:lvl6pPr lvl="5" algn="ctr">
              <a:lnSpc>
                <a:spcPct val="100000"/>
              </a:lnSpc>
              <a:spcBef>
                <a:spcPts val="0"/>
              </a:spcBef>
              <a:spcAft>
                <a:spcPts val="0"/>
              </a:spcAft>
              <a:buSzPts val="11200"/>
              <a:buNone/>
              <a:defRPr sz="11200"/>
            </a:lvl6pPr>
            <a:lvl7pPr lvl="6" algn="ctr">
              <a:lnSpc>
                <a:spcPct val="100000"/>
              </a:lnSpc>
              <a:spcBef>
                <a:spcPts val="0"/>
              </a:spcBef>
              <a:spcAft>
                <a:spcPts val="0"/>
              </a:spcAft>
              <a:buSzPts val="11200"/>
              <a:buNone/>
              <a:defRPr sz="11200"/>
            </a:lvl7pPr>
            <a:lvl8pPr lvl="7" algn="ctr">
              <a:lnSpc>
                <a:spcPct val="100000"/>
              </a:lnSpc>
              <a:spcBef>
                <a:spcPts val="0"/>
              </a:spcBef>
              <a:spcAft>
                <a:spcPts val="0"/>
              </a:spcAft>
              <a:buSzPts val="11200"/>
              <a:buNone/>
              <a:defRPr sz="11200"/>
            </a:lvl8pPr>
            <a:lvl9pPr lvl="8" algn="ctr">
              <a:lnSpc>
                <a:spcPct val="100000"/>
              </a:lnSpc>
              <a:spcBef>
                <a:spcPts val="0"/>
              </a:spcBef>
              <a:spcAft>
                <a:spcPts val="0"/>
              </a:spcAft>
              <a:buSzPts val="11200"/>
              <a:buNone/>
              <a:defRPr sz="11200"/>
            </a:lvl9pPr>
          </a:lstStyle>
          <a:p>
            <a:endParaRPr/>
          </a:p>
        </p:txBody>
      </p:sp>
      <p:sp>
        <p:nvSpPr>
          <p:cNvPr id="38" name="Google Shape;38;p9"/>
          <p:cNvSpPr txBox="1">
            <a:spLocks noGrp="1"/>
          </p:cNvSpPr>
          <p:nvPr>
            <p:ph type="subTitle" idx="1"/>
          </p:nvPr>
        </p:nvSpPr>
        <p:spPr>
          <a:xfrm>
            <a:off x="708168" y="7478355"/>
            <a:ext cx="10789800" cy="3295200"/>
          </a:xfrm>
          <a:prstGeom prst="rect">
            <a:avLst/>
          </a:prstGeom>
          <a:noFill/>
          <a:ln>
            <a:noFill/>
          </a:ln>
        </p:spPr>
        <p:txBody>
          <a:bodyPr spcFirstLastPara="1" wrap="square" lIns="243875" tIns="243875" rIns="243875" bIns="243875" anchor="t"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39" name="Google Shape;39;p9"/>
          <p:cNvSpPr txBox="1">
            <a:spLocks noGrp="1"/>
          </p:cNvSpPr>
          <p:nvPr>
            <p:ph type="body" idx="2"/>
          </p:nvPr>
        </p:nvSpPr>
        <p:spPr>
          <a:xfrm>
            <a:off x="13175133" y="1931768"/>
            <a:ext cx="10234500" cy="9858300"/>
          </a:xfrm>
          <a:prstGeom prst="rect">
            <a:avLst/>
          </a:prstGeom>
          <a:noFill/>
          <a:ln>
            <a:noFill/>
          </a:ln>
        </p:spPr>
        <p:txBody>
          <a:bodyPr spcFirstLastPara="1" wrap="square" lIns="243875" tIns="243875" rIns="243875" bIns="243875" anchor="ctr" anchorCtr="0">
            <a:normAutofit/>
          </a:bodyPr>
          <a:lstStyle>
            <a:lvl1pPr marL="457200" lvl="0" indent="-533400" algn="l">
              <a:lnSpc>
                <a:spcPct val="115000"/>
              </a:lnSpc>
              <a:spcBef>
                <a:spcPts val="0"/>
              </a:spcBef>
              <a:spcAft>
                <a:spcPts val="0"/>
              </a:spcAft>
              <a:buSzPts val="4800"/>
              <a:buChar char="●"/>
              <a:defRPr/>
            </a:lvl1pPr>
            <a:lvl2pPr marL="914400" lvl="1" indent="-463550" algn="l">
              <a:lnSpc>
                <a:spcPct val="115000"/>
              </a:lnSpc>
              <a:spcBef>
                <a:spcPts val="0"/>
              </a:spcBef>
              <a:spcAft>
                <a:spcPts val="0"/>
              </a:spcAft>
              <a:buSzPts val="3700"/>
              <a:buChar char="○"/>
              <a:defRPr/>
            </a:lvl2pPr>
            <a:lvl3pPr marL="1371600" lvl="2" indent="-463550" algn="l">
              <a:lnSpc>
                <a:spcPct val="115000"/>
              </a:lnSpc>
              <a:spcBef>
                <a:spcPts val="0"/>
              </a:spcBef>
              <a:spcAft>
                <a:spcPts val="0"/>
              </a:spcAft>
              <a:buSzPts val="3700"/>
              <a:buChar char="■"/>
              <a:defRPr/>
            </a:lvl3pPr>
            <a:lvl4pPr marL="1828800" lvl="3" indent="-463550" algn="l">
              <a:lnSpc>
                <a:spcPct val="115000"/>
              </a:lnSpc>
              <a:spcBef>
                <a:spcPts val="0"/>
              </a:spcBef>
              <a:spcAft>
                <a:spcPts val="0"/>
              </a:spcAft>
              <a:buSzPts val="3700"/>
              <a:buChar char="●"/>
              <a:defRPr/>
            </a:lvl4pPr>
            <a:lvl5pPr marL="2286000" lvl="4" indent="-463550" algn="l">
              <a:lnSpc>
                <a:spcPct val="115000"/>
              </a:lnSpc>
              <a:spcBef>
                <a:spcPts val="0"/>
              </a:spcBef>
              <a:spcAft>
                <a:spcPts val="0"/>
              </a:spcAft>
              <a:buSzPts val="3700"/>
              <a:buChar char="○"/>
              <a:defRPr/>
            </a:lvl5pPr>
            <a:lvl6pPr marL="2743200" lvl="5" indent="-463550" algn="l">
              <a:lnSpc>
                <a:spcPct val="115000"/>
              </a:lnSpc>
              <a:spcBef>
                <a:spcPts val="0"/>
              </a:spcBef>
              <a:spcAft>
                <a:spcPts val="0"/>
              </a:spcAft>
              <a:buSzPts val="3700"/>
              <a:buChar char="■"/>
              <a:defRPr/>
            </a:lvl6pPr>
            <a:lvl7pPr marL="3200400" lvl="6" indent="-463550" algn="l">
              <a:lnSpc>
                <a:spcPct val="115000"/>
              </a:lnSpc>
              <a:spcBef>
                <a:spcPts val="0"/>
              </a:spcBef>
              <a:spcAft>
                <a:spcPts val="0"/>
              </a:spcAft>
              <a:buSzPts val="3700"/>
              <a:buChar char="●"/>
              <a:defRPr/>
            </a:lvl7pPr>
            <a:lvl8pPr marL="3657600" lvl="7" indent="-463550" algn="l">
              <a:lnSpc>
                <a:spcPct val="115000"/>
              </a:lnSpc>
              <a:spcBef>
                <a:spcPts val="0"/>
              </a:spcBef>
              <a:spcAft>
                <a:spcPts val="0"/>
              </a:spcAft>
              <a:buSzPts val="3700"/>
              <a:buChar char="○"/>
              <a:defRPr/>
            </a:lvl8pPr>
            <a:lvl9pPr marL="4114800" lvl="8" indent="-463550" algn="l">
              <a:lnSpc>
                <a:spcPct val="115000"/>
              </a:lnSpc>
              <a:spcBef>
                <a:spcPts val="0"/>
              </a:spcBef>
              <a:spcAft>
                <a:spcPts val="0"/>
              </a:spcAft>
              <a:buSzPts val="3700"/>
              <a:buChar char="■"/>
              <a:defRPr/>
            </a:lvl9pPr>
          </a:lstStyle>
          <a:p>
            <a:endParaRPr/>
          </a:p>
        </p:txBody>
      </p:sp>
      <p:sp>
        <p:nvSpPr>
          <p:cNvPr id="40" name="Google Shape;40;p9"/>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831398" y="11286797"/>
            <a:ext cx="16000500" cy="1614300"/>
          </a:xfrm>
          <a:prstGeom prst="rect">
            <a:avLst/>
          </a:prstGeom>
          <a:noFill/>
          <a:ln>
            <a:noFill/>
          </a:ln>
        </p:spPr>
        <p:txBody>
          <a:bodyPr spcFirstLastPara="1" wrap="square" lIns="243875" tIns="243875" rIns="243875" bIns="243875" anchor="ctr" anchorCtr="0">
            <a:normAutofit/>
          </a:bodyPr>
          <a:lstStyle>
            <a:lvl1pPr marL="457200" lvl="0" indent="-228600" algn="l">
              <a:lnSpc>
                <a:spcPct val="100000"/>
              </a:lnSpc>
              <a:spcBef>
                <a:spcPts val="0"/>
              </a:spcBef>
              <a:spcAft>
                <a:spcPts val="0"/>
              </a:spcAft>
              <a:buSzPts val="4800"/>
              <a:buNone/>
              <a:defRPr/>
            </a:lvl1pPr>
          </a:lstStyle>
          <a:p>
            <a:endParaRPr/>
          </a:p>
        </p:txBody>
      </p:sp>
      <p:sp>
        <p:nvSpPr>
          <p:cNvPr id="43" name="Google Shape;43;p10"/>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831398" y="2951043"/>
            <a:ext cx="22727100" cy="5238300"/>
          </a:xfrm>
          <a:prstGeom prst="rect">
            <a:avLst/>
          </a:prstGeom>
          <a:noFill/>
          <a:ln>
            <a:noFill/>
          </a:ln>
        </p:spPr>
        <p:txBody>
          <a:bodyPr spcFirstLastPara="1" wrap="square" lIns="243875" tIns="243875" rIns="243875" bIns="243875" anchor="b" anchorCtr="0">
            <a:normAutofit/>
          </a:bodyPr>
          <a:lstStyle>
            <a:lvl1pPr lvl="0" algn="ctr">
              <a:lnSpc>
                <a:spcPct val="100000"/>
              </a:lnSpc>
              <a:spcBef>
                <a:spcPts val="0"/>
              </a:spcBef>
              <a:spcAft>
                <a:spcPts val="0"/>
              </a:spcAft>
              <a:buSzPts val="32000"/>
              <a:buNone/>
              <a:defRPr sz="32000"/>
            </a:lvl1pPr>
            <a:lvl2pPr lvl="1" algn="ctr">
              <a:lnSpc>
                <a:spcPct val="100000"/>
              </a:lnSpc>
              <a:spcBef>
                <a:spcPts val="0"/>
              </a:spcBef>
              <a:spcAft>
                <a:spcPts val="0"/>
              </a:spcAft>
              <a:buSzPts val="32000"/>
              <a:buNone/>
              <a:defRPr sz="32000"/>
            </a:lvl2pPr>
            <a:lvl3pPr lvl="2" algn="ctr">
              <a:lnSpc>
                <a:spcPct val="100000"/>
              </a:lnSpc>
              <a:spcBef>
                <a:spcPts val="0"/>
              </a:spcBef>
              <a:spcAft>
                <a:spcPts val="0"/>
              </a:spcAft>
              <a:buSzPts val="32000"/>
              <a:buNone/>
              <a:defRPr sz="32000"/>
            </a:lvl3pPr>
            <a:lvl4pPr lvl="3" algn="ctr">
              <a:lnSpc>
                <a:spcPct val="100000"/>
              </a:lnSpc>
              <a:spcBef>
                <a:spcPts val="0"/>
              </a:spcBef>
              <a:spcAft>
                <a:spcPts val="0"/>
              </a:spcAft>
              <a:buSzPts val="32000"/>
              <a:buNone/>
              <a:defRPr sz="32000"/>
            </a:lvl4pPr>
            <a:lvl5pPr lvl="4" algn="ctr">
              <a:lnSpc>
                <a:spcPct val="100000"/>
              </a:lnSpc>
              <a:spcBef>
                <a:spcPts val="0"/>
              </a:spcBef>
              <a:spcAft>
                <a:spcPts val="0"/>
              </a:spcAft>
              <a:buSzPts val="32000"/>
              <a:buNone/>
              <a:defRPr sz="32000"/>
            </a:lvl5pPr>
            <a:lvl6pPr lvl="5" algn="ctr">
              <a:lnSpc>
                <a:spcPct val="100000"/>
              </a:lnSpc>
              <a:spcBef>
                <a:spcPts val="0"/>
              </a:spcBef>
              <a:spcAft>
                <a:spcPts val="0"/>
              </a:spcAft>
              <a:buSzPts val="32000"/>
              <a:buNone/>
              <a:defRPr sz="32000"/>
            </a:lvl6pPr>
            <a:lvl7pPr lvl="6" algn="ctr">
              <a:lnSpc>
                <a:spcPct val="100000"/>
              </a:lnSpc>
              <a:spcBef>
                <a:spcPts val="0"/>
              </a:spcBef>
              <a:spcAft>
                <a:spcPts val="0"/>
              </a:spcAft>
              <a:buSzPts val="32000"/>
              <a:buNone/>
              <a:defRPr sz="32000"/>
            </a:lvl7pPr>
            <a:lvl8pPr lvl="7" algn="ctr">
              <a:lnSpc>
                <a:spcPct val="100000"/>
              </a:lnSpc>
              <a:spcBef>
                <a:spcPts val="0"/>
              </a:spcBef>
              <a:spcAft>
                <a:spcPts val="0"/>
              </a:spcAft>
              <a:buSzPts val="32000"/>
              <a:buNone/>
              <a:defRPr sz="32000"/>
            </a:lvl8pPr>
            <a:lvl9pPr lvl="8" algn="ctr">
              <a:lnSpc>
                <a:spcPct val="100000"/>
              </a:lnSpc>
              <a:spcBef>
                <a:spcPts val="0"/>
              </a:spcBef>
              <a:spcAft>
                <a:spcPts val="0"/>
              </a:spcAft>
              <a:buSzPts val="32000"/>
              <a:buNone/>
              <a:defRPr sz="32000"/>
            </a:lvl9pPr>
          </a:lstStyle>
          <a:p>
            <a:r>
              <a:t>xx%</a:t>
            </a:r>
          </a:p>
        </p:txBody>
      </p:sp>
      <p:sp>
        <p:nvSpPr>
          <p:cNvPr id="46" name="Google Shape;46;p11"/>
          <p:cNvSpPr txBox="1">
            <a:spLocks noGrp="1"/>
          </p:cNvSpPr>
          <p:nvPr>
            <p:ph type="body" idx="1"/>
          </p:nvPr>
        </p:nvSpPr>
        <p:spPr>
          <a:xfrm>
            <a:off x="831398" y="8409856"/>
            <a:ext cx="22727100" cy="3470400"/>
          </a:xfrm>
          <a:prstGeom prst="rect">
            <a:avLst/>
          </a:prstGeom>
          <a:noFill/>
          <a:ln>
            <a:noFill/>
          </a:ln>
        </p:spPr>
        <p:txBody>
          <a:bodyPr spcFirstLastPara="1" wrap="square" lIns="243875" tIns="243875" rIns="243875" bIns="243875" anchor="t" anchorCtr="0">
            <a:normAutofit/>
          </a:bodyPr>
          <a:lstStyle>
            <a:lvl1pPr marL="457200" lvl="0" indent="-533400" algn="ctr">
              <a:lnSpc>
                <a:spcPct val="115000"/>
              </a:lnSpc>
              <a:spcBef>
                <a:spcPts val="0"/>
              </a:spcBef>
              <a:spcAft>
                <a:spcPts val="0"/>
              </a:spcAft>
              <a:buSzPts val="4800"/>
              <a:buChar char="●"/>
              <a:defRPr/>
            </a:lvl1pPr>
            <a:lvl2pPr marL="914400" lvl="1" indent="-463550" algn="ctr">
              <a:lnSpc>
                <a:spcPct val="115000"/>
              </a:lnSpc>
              <a:spcBef>
                <a:spcPts val="0"/>
              </a:spcBef>
              <a:spcAft>
                <a:spcPts val="0"/>
              </a:spcAft>
              <a:buSzPts val="3700"/>
              <a:buChar char="○"/>
              <a:defRPr/>
            </a:lvl2pPr>
            <a:lvl3pPr marL="1371600" lvl="2" indent="-463550" algn="ctr">
              <a:lnSpc>
                <a:spcPct val="115000"/>
              </a:lnSpc>
              <a:spcBef>
                <a:spcPts val="0"/>
              </a:spcBef>
              <a:spcAft>
                <a:spcPts val="0"/>
              </a:spcAft>
              <a:buSzPts val="3700"/>
              <a:buChar char="■"/>
              <a:defRPr/>
            </a:lvl3pPr>
            <a:lvl4pPr marL="1828800" lvl="3" indent="-463550" algn="ctr">
              <a:lnSpc>
                <a:spcPct val="115000"/>
              </a:lnSpc>
              <a:spcBef>
                <a:spcPts val="0"/>
              </a:spcBef>
              <a:spcAft>
                <a:spcPts val="0"/>
              </a:spcAft>
              <a:buSzPts val="3700"/>
              <a:buChar char="●"/>
              <a:defRPr/>
            </a:lvl4pPr>
            <a:lvl5pPr marL="2286000" lvl="4" indent="-463550" algn="ctr">
              <a:lnSpc>
                <a:spcPct val="115000"/>
              </a:lnSpc>
              <a:spcBef>
                <a:spcPts val="0"/>
              </a:spcBef>
              <a:spcAft>
                <a:spcPts val="0"/>
              </a:spcAft>
              <a:buSzPts val="3700"/>
              <a:buChar char="○"/>
              <a:defRPr/>
            </a:lvl5pPr>
            <a:lvl6pPr marL="2743200" lvl="5" indent="-463550" algn="ctr">
              <a:lnSpc>
                <a:spcPct val="115000"/>
              </a:lnSpc>
              <a:spcBef>
                <a:spcPts val="0"/>
              </a:spcBef>
              <a:spcAft>
                <a:spcPts val="0"/>
              </a:spcAft>
              <a:buSzPts val="3700"/>
              <a:buChar char="■"/>
              <a:defRPr/>
            </a:lvl6pPr>
            <a:lvl7pPr marL="3200400" lvl="6" indent="-463550" algn="ctr">
              <a:lnSpc>
                <a:spcPct val="115000"/>
              </a:lnSpc>
              <a:spcBef>
                <a:spcPts val="0"/>
              </a:spcBef>
              <a:spcAft>
                <a:spcPts val="0"/>
              </a:spcAft>
              <a:buSzPts val="3700"/>
              <a:buChar char="●"/>
              <a:defRPr/>
            </a:lvl7pPr>
            <a:lvl8pPr marL="3657600" lvl="7" indent="-463550" algn="ctr">
              <a:lnSpc>
                <a:spcPct val="115000"/>
              </a:lnSpc>
              <a:spcBef>
                <a:spcPts val="0"/>
              </a:spcBef>
              <a:spcAft>
                <a:spcPts val="0"/>
              </a:spcAft>
              <a:buSzPts val="3700"/>
              <a:buChar char="○"/>
              <a:defRPr/>
            </a:lvl8pPr>
            <a:lvl9pPr marL="4114800" lvl="8" indent="-463550" algn="ctr">
              <a:lnSpc>
                <a:spcPct val="115000"/>
              </a:lnSpc>
              <a:spcBef>
                <a:spcPts val="0"/>
              </a:spcBef>
              <a:spcAft>
                <a:spcPts val="0"/>
              </a:spcAft>
              <a:buSzPts val="3700"/>
              <a:buChar char="■"/>
              <a:defRPr/>
            </a:lvl9pPr>
          </a:lstStyle>
          <a:p>
            <a:endParaRPr/>
          </a:p>
        </p:txBody>
      </p:sp>
      <p:sp>
        <p:nvSpPr>
          <p:cNvPr id="47" name="Google Shape;47;p11"/>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t of brush stroke 04">
  <p:cSld name="Set of brush stroke 04_1">
    <p:spTree>
      <p:nvGrpSpPr>
        <p:cNvPr id="1" name="Shape 50"/>
        <p:cNvGrpSpPr/>
        <p:nvPr/>
      </p:nvGrpSpPr>
      <p:grpSpPr>
        <a:xfrm>
          <a:off x="0" y="0"/>
          <a:ext cx="0" cy="0"/>
          <a:chOff x="0" y="0"/>
          <a:chExt cx="0" cy="0"/>
        </a:xfrm>
      </p:grpSpPr>
      <p:sp>
        <p:nvSpPr>
          <p:cNvPr id="51" name="Google Shape;51;p13"/>
          <p:cNvSpPr>
            <a:spLocks noGrp="1"/>
          </p:cNvSpPr>
          <p:nvPr>
            <p:ph type="pic" idx="2"/>
          </p:nvPr>
        </p:nvSpPr>
        <p:spPr>
          <a:xfrm>
            <a:off x="0" y="0"/>
            <a:ext cx="14068200" cy="13722300"/>
          </a:xfrm>
          <a:prstGeom prst="rect">
            <a:avLst/>
          </a:prstGeom>
          <a:solidFill>
            <a:srgbClr val="353535">
              <a:alpha val="11370"/>
            </a:srgbClr>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1398" y="1187287"/>
            <a:ext cx="22727100" cy="1527900"/>
          </a:xfrm>
          <a:prstGeom prst="rect">
            <a:avLst/>
          </a:prstGeom>
          <a:noFill/>
          <a:ln>
            <a:noFill/>
          </a:ln>
        </p:spPr>
        <p:txBody>
          <a:bodyPr spcFirstLastPara="1" wrap="square" lIns="243875" tIns="243875" rIns="243875" bIns="243875" anchor="t" anchorCtr="0">
            <a:normAutofit/>
          </a:bodyPr>
          <a:lstStyle>
            <a:lvl1pPr marR="0" lvl="0"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7500"/>
              <a:buFont typeface="Arial"/>
              <a:buNone/>
              <a:defRPr sz="75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831398" y="3074701"/>
            <a:ext cx="22727100" cy="9114600"/>
          </a:xfrm>
          <a:prstGeom prst="rect">
            <a:avLst/>
          </a:prstGeom>
          <a:noFill/>
          <a:ln>
            <a:noFill/>
          </a:ln>
        </p:spPr>
        <p:txBody>
          <a:bodyPr spcFirstLastPara="1" wrap="square" lIns="243875" tIns="243875" rIns="243875" bIns="243875" anchor="t" anchorCtr="0">
            <a:normAutofit/>
          </a:bodyPr>
          <a:lstStyle>
            <a:lvl1pPr marL="457200" marR="0" lvl="0" indent="-533400" algn="l" rtl="0">
              <a:lnSpc>
                <a:spcPct val="115000"/>
              </a:lnSpc>
              <a:spcBef>
                <a:spcPts val="0"/>
              </a:spcBef>
              <a:spcAft>
                <a:spcPts val="0"/>
              </a:spcAft>
              <a:buClr>
                <a:schemeClr val="dk2"/>
              </a:buClr>
              <a:buSzPts val="4800"/>
              <a:buFont typeface="Arial"/>
              <a:buChar char="●"/>
              <a:defRPr sz="4800" b="0" i="0" u="none" strike="noStrike" cap="none">
                <a:solidFill>
                  <a:schemeClr val="dk2"/>
                </a:solidFill>
                <a:latin typeface="Arial"/>
                <a:ea typeface="Arial"/>
                <a:cs typeface="Arial"/>
                <a:sym typeface="Arial"/>
              </a:defRPr>
            </a:lvl1pPr>
            <a:lvl2pPr marL="914400" marR="0" lvl="1"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2pPr>
            <a:lvl3pPr marL="1371600" marR="0" lvl="2"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3pPr>
            <a:lvl4pPr marL="1828800" marR="0" lvl="3"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4pPr>
            <a:lvl5pPr marL="2286000" marR="0" lvl="4"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5pPr>
            <a:lvl6pPr marL="2743200" marR="0" lvl="5"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6pPr>
            <a:lvl7pPr marL="3200400" marR="0" lvl="6"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7pPr>
            <a:lvl8pPr marL="3657600" marR="0" lvl="7"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8pPr>
            <a:lvl9pPr marL="4114800" marR="0" lvl="8" indent="-463550" algn="l" rtl="0">
              <a:lnSpc>
                <a:spcPct val="115000"/>
              </a:lnSpc>
              <a:spcBef>
                <a:spcPts val="0"/>
              </a:spcBef>
              <a:spcAft>
                <a:spcPts val="0"/>
              </a:spcAft>
              <a:buClr>
                <a:schemeClr val="dk2"/>
              </a:buClr>
              <a:buSzPts val="3700"/>
              <a:buFont typeface="Arial"/>
              <a:buChar char="■"/>
              <a:defRPr sz="37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22598595" y="12441047"/>
            <a:ext cx="1463400" cy="1050000"/>
          </a:xfrm>
          <a:prstGeom prst="rect">
            <a:avLst/>
          </a:prstGeom>
          <a:noFill/>
          <a:ln>
            <a:noFill/>
          </a:ln>
        </p:spPr>
        <p:txBody>
          <a:bodyPr spcFirstLastPara="1" wrap="square" lIns="243875" tIns="243875" rIns="243875" bIns="243875" anchor="ctr" anchorCtr="0">
            <a:normAutofit/>
          </a:bodyPr>
          <a:lstStyle>
            <a:lvl1pPr marL="0" marR="0" lvl="0"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2700"/>
              <a:buFont typeface="Arial"/>
              <a:buNone/>
              <a:defRPr sz="27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PH"/>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pic>
        <p:nvPicPr>
          <p:cNvPr id="56" name="Google Shape;56;p14" title="458518250_829993815985961_1294836715467179881_n.jpg"/>
          <p:cNvPicPr preferRelativeResize="0"/>
          <p:nvPr/>
        </p:nvPicPr>
        <p:blipFill rotWithShape="1">
          <a:blip r:embed="rId3">
            <a:alphaModFix/>
          </a:blip>
          <a:srcRect l="1717" r="26149"/>
          <a:stretch/>
        </p:blipFill>
        <p:spPr>
          <a:xfrm>
            <a:off x="11248550" y="3125"/>
            <a:ext cx="13197701" cy="13722350"/>
          </a:xfrm>
          <a:prstGeom prst="rect">
            <a:avLst/>
          </a:prstGeom>
          <a:noFill/>
          <a:ln>
            <a:noFill/>
          </a:ln>
        </p:spPr>
      </p:pic>
      <p:pic>
        <p:nvPicPr>
          <p:cNvPr id="57" name="Google Shape;57;p14"/>
          <p:cNvPicPr preferRelativeResize="0"/>
          <p:nvPr/>
        </p:nvPicPr>
        <p:blipFill rotWithShape="1">
          <a:blip r:embed="rId4">
            <a:alphaModFix/>
          </a:blip>
          <a:srcRect/>
          <a:stretch/>
        </p:blipFill>
        <p:spPr>
          <a:xfrm>
            <a:off x="-27950" y="6229"/>
            <a:ext cx="24446260" cy="13719234"/>
          </a:xfrm>
          <a:prstGeom prst="rect">
            <a:avLst/>
          </a:prstGeom>
          <a:noFill/>
          <a:ln>
            <a:noFill/>
          </a:ln>
        </p:spPr>
      </p:pic>
      <p:sp>
        <p:nvSpPr>
          <p:cNvPr id="58" name="Google Shape;58;p14"/>
          <p:cNvSpPr txBox="1"/>
          <p:nvPr/>
        </p:nvSpPr>
        <p:spPr>
          <a:xfrm>
            <a:off x="1294100" y="3518725"/>
            <a:ext cx="16101300" cy="6219300"/>
          </a:xfrm>
          <a:prstGeom prst="rect">
            <a:avLst/>
          </a:prstGeom>
          <a:noFill/>
          <a:ln>
            <a:noFill/>
          </a:ln>
        </p:spPr>
        <p:txBody>
          <a:bodyPr spcFirstLastPara="1" wrap="square" lIns="243875" tIns="243875" rIns="243875" bIns="243875" anchor="b" anchorCtr="0">
            <a:noAutofit/>
          </a:bodyPr>
          <a:lstStyle/>
          <a:p>
            <a:pPr marL="0" lvl="0" indent="0" algn="l" rtl="0">
              <a:spcBef>
                <a:spcPts val="0"/>
              </a:spcBef>
              <a:spcAft>
                <a:spcPts val="0"/>
              </a:spcAft>
              <a:buNone/>
            </a:pPr>
            <a:r>
              <a:rPr lang="en-PH" sz="12000" b="1">
                <a:solidFill>
                  <a:srgbClr val="FEF540"/>
                </a:solidFill>
              </a:rPr>
              <a:t>Monitoring, Evaluation, and Reporting (MER) Tool</a:t>
            </a:r>
            <a:endParaRPr sz="12000" b="1">
              <a:solidFill>
                <a:srgbClr val="FEF540"/>
              </a:solidFill>
            </a:endParaRPr>
          </a:p>
        </p:txBody>
      </p:sp>
      <p:sp>
        <p:nvSpPr>
          <p:cNvPr id="59" name="Google Shape;59;p14"/>
          <p:cNvSpPr txBox="1"/>
          <p:nvPr/>
        </p:nvSpPr>
        <p:spPr>
          <a:xfrm>
            <a:off x="1232450" y="11801975"/>
            <a:ext cx="16224600" cy="406800"/>
          </a:xfrm>
          <a:prstGeom prst="rect">
            <a:avLst/>
          </a:prstGeom>
          <a:noFill/>
          <a:ln>
            <a:noFill/>
          </a:ln>
        </p:spPr>
        <p:txBody>
          <a:bodyPr spcFirstLastPara="1" wrap="square" lIns="243875" tIns="243875" rIns="243875" bIns="243875" anchor="t" anchorCtr="0">
            <a:noAutofit/>
          </a:bodyPr>
          <a:lstStyle/>
          <a:p>
            <a:pPr marL="0" lvl="0" indent="0" algn="l" rtl="0">
              <a:lnSpc>
                <a:spcPct val="100000"/>
              </a:lnSpc>
              <a:spcBef>
                <a:spcPts val="0"/>
              </a:spcBef>
              <a:spcAft>
                <a:spcPts val="0"/>
              </a:spcAft>
              <a:buSzPts val="688"/>
              <a:buNone/>
            </a:pPr>
            <a:endParaRPr sz="6000" b="1">
              <a:solidFill>
                <a:srgbClr val="FFFFFF"/>
              </a:solidFill>
            </a:endParaRPr>
          </a:p>
        </p:txBody>
      </p:sp>
      <p:sp>
        <p:nvSpPr>
          <p:cNvPr id="60" name="Google Shape;60;p14"/>
          <p:cNvSpPr txBox="1"/>
          <p:nvPr/>
        </p:nvSpPr>
        <p:spPr>
          <a:xfrm>
            <a:off x="1023730" y="12503423"/>
            <a:ext cx="9283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PH" sz="3600" b="1" i="0" u="none" strike="noStrike" cap="none">
                <a:solidFill>
                  <a:srgbClr val="FFFFFF"/>
                </a:solidFill>
                <a:latin typeface="Arial"/>
                <a:ea typeface="Arial"/>
                <a:cs typeface="Arial"/>
                <a:sym typeface="Arial"/>
              </a:rPr>
              <a:t>#BawatBuhayMahalagaSaDSWD</a:t>
            </a:r>
            <a:endParaRPr sz="3600" b="1" i="0" u="none" strike="noStrike" cap="none">
              <a:solidFill>
                <a:srgbClr val="FFFFFF"/>
              </a:solidFill>
              <a:latin typeface="Arial"/>
              <a:ea typeface="Arial"/>
              <a:cs typeface="Arial"/>
              <a:sym typeface="Arial"/>
            </a:endParaRPr>
          </a:p>
        </p:txBody>
      </p:sp>
      <p:pic>
        <p:nvPicPr>
          <p:cNvPr id="61" name="Google Shape;61;p14"/>
          <p:cNvPicPr preferRelativeResize="0"/>
          <p:nvPr/>
        </p:nvPicPr>
        <p:blipFill rotWithShape="1">
          <a:blip r:embed="rId5">
            <a:alphaModFix/>
          </a:blip>
          <a:srcRect/>
          <a:stretch/>
        </p:blipFill>
        <p:spPr>
          <a:xfrm>
            <a:off x="1550504" y="1058870"/>
            <a:ext cx="5903843" cy="145849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rotWithShape="1">
          <a:blip r:embed="rId3">
            <a:alphaModFix/>
          </a:blip>
          <a:srcRect/>
          <a:stretch/>
        </p:blipFill>
        <p:spPr>
          <a:xfrm>
            <a:off x="524" y="344"/>
            <a:ext cx="24389313" cy="13721657"/>
          </a:xfrm>
          <a:prstGeom prst="rect">
            <a:avLst/>
          </a:prstGeom>
          <a:noFill/>
          <a:ln>
            <a:noFill/>
          </a:ln>
        </p:spPr>
      </p:pic>
      <p:pic>
        <p:nvPicPr>
          <p:cNvPr id="67" name="Google Shape;67;p15"/>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68" name="Google Shape;68;p15"/>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69" name="Google Shape;69;p15"/>
          <p:cNvGraphicFramePr/>
          <p:nvPr/>
        </p:nvGraphicFramePr>
        <p:xfrm>
          <a:off x="-7650175" y="129590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70" name="Google Shape;70;p15"/>
          <p:cNvGraphicFramePr/>
          <p:nvPr/>
        </p:nvGraphicFramePr>
        <p:xfrm>
          <a:off x="-7650175" y="46795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71" name="Google Shape;71;p15"/>
          <p:cNvGraphicFramePr/>
          <p:nvPr/>
        </p:nvGraphicFramePr>
        <p:xfrm>
          <a:off x="-7650175" y="82520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sp>
        <p:nvSpPr>
          <p:cNvPr id="72" name="Google Shape;72;p15"/>
          <p:cNvSpPr txBox="1">
            <a:spLocks noGrp="1"/>
          </p:cNvSpPr>
          <p:nvPr>
            <p:ph type="title"/>
          </p:nvPr>
        </p:nvSpPr>
        <p:spPr>
          <a:xfrm>
            <a:off x="4091900" y="2025050"/>
            <a:ext cx="15494400" cy="1310700"/>
          </a:xfrm>
          <a:prstGeom prst="rect">
            <a:avLst/>
          </a:prstGeom>
          <a:noFill/>
          <a:ln>
            <a:noFill/>
          </a:ln>
        </p:spPr>
        <p:txBody>
          <a:bodyPr spcFirstLastPara="1" wrap="square" lIns="243875" tIns="243875" rIns="243875" bIns="243875" anchor="ctr" anchorCtr="0">
            <a:noAutofit/>
          </a:bodyPr>
          <a:lstStyle/>
          <a:p>
            <a:pPr marL="0" lvl="0" indent="0" algn="ctr" rtl="0">
              <a:lnSpc>
                <a:spcPct val="100000"/>
              </a:lnSpc>
              <a:spcBef>
                <a:spcPts val="0"/>
              </a:spcBef>
              <a:spcAft>
                <a:spcPts val="0"/>
              </a:spcAft>
              <a:buClr>
                <a:srgbClr val="000000"/>
              </a:buClr>
              <a:buSzPts val="9600"/>
              <a:buFont typeface="Arial"/>
              <a:buNone/>
            </a:pPr>
            <a:r>
              <a:rPr lang="en-PH" sz="6000" b="1">
                <a:solidFill>
                  <a:srgbClr val="2E3192"/>
                </a:solidFill>
              </a:rPr>
              <a:t>Purpose of the Tool</a:t>
            </a:r>
            <a:endParaRPr sz="6000" b="1" dirty="0">
              <a:solidFill>
                <a:srgbClr val="2E3192"/>
              </a:solidFill>
            </a:endParaRPr>
          </a:p>
        </p:txBody>
      </p:sp>
      <p:sp>
        <p:nvSpPr>
          <p:cNvPr id="73" name="Google Shape;73;p15"/>
          <p:cNvSpPr txBox="1"/>
          <p:nvPr/>
        </p:nvSpPr>
        <p:spPr>
          <a:xfrm>
            <a:off x="5824225" y="3560375"/>
            <a:ext cx="12488700" cy="1276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PH" sz="3300">
                <a:solidFill>
                  <a:schemeClr val="dk1"/>
                </a:solidFill>
                <a:latin typeface="Inter"/>
                <a:ea typeface="Inter"/>
                <a:cs typeface="Inter"/>
                <a:sym typeface="Inter"/>
              </a:rPr>
              <a:t>Designed to store, manage, and track beneficiary, project, and inventory data using an online Google Sheets–based tool.</a:t>
            </a:r>
            <a:endParaRPr sz="3300">
              <a:solidFill>
                <a:schemeClr val="dk2"/>
              </a:solidFill>
              <a:latin typeface="Inter"/>
              <a:ea typeface="Inter"/>
              <a:cs typeface="Inter"/>
              <a:sym typeface="Inter"/>
            </a:endParaRPr>
          </a:p>
        </p:txBody>
      </p:sp>
      <p:sp>
        <p:nvSpPr>
          <p:cNvPr id="74" name="Google Shape;74;p15"/>
          <p:cNvSpPr txBox="1">
            <a:spLocks noGrp="1"/>
          </p:cNvSpPr>
          <p:nvPr>
            <p:ph type="title"/>
          </p:nvPr>
        </p:nvSpPr>
        <p:spPr>
          <a:xfrm>
            <a:off x="4091900" y="6397925"/>
            <a:ext cx="15494400" cy="1310700"/>
          </a:xfrm>
          <a:prstGeom prst="rect">
            <a:avLst/>
          </a:prstGeom>
          <a:noFill/>
          <a:ln>
            <a:noFill/>
          </a:ln>
        </p:spPr>
        <p:txBody>
          <a:bodyPr spcFirstLastPara="1" wrap="square" lIns="243875" tIns="243875" rIns="243875" bIns="243875" anchor="ctr" anchorCtr="0">
            <a:noAutofit/>
          </a:bodyPr>
          <a:lstStyle/>
          <a:p>
            <a:pPr marL="0" lvl="0" indent="0" algn="ctr" rtl="0">
              <a:lnSpc>
                <a:spcPct val="100000"/>
              </a:lnSpc>
              <a:spcBef>
                <a:spcPts val="0"/>
              </a:spcBef>
              <a:spcAft>
                <a:spcPts val="0"/>
              </a:spcAft>
              <a:buClr>
                <a:srgbClr val="000000"/>
              </a:buClr>
              <a:buSzPts val="9600"/>
              <a:buFont typeface="Arial"/>
              <a:buNone/>
            </a:pPr>
            <a:r>
              <a:rPr lang="en-PH" sz="6000" b="1">
                <a:solidFill>
                  <a:srgbClr val="2E3192"/>
                </a:solidFill>
              </a:rPr>
              <a:t>Who is this for</a:t>
            </a:r>
            <a:endParaRPr sz="6000" b="1">
              <a:solidFill>
                <a:srgbClr val="2E3192"/>
              </a:solidFill>
            </a:endParaRPr>
          </a:p>
        </p:txBody>
      </p:sp>
      <p:sp>
        <p:nvSpPr>
          <p:cNvPr id="75" name="Google Shape;75;p15"/>
          <p:cNvSpPr txBox="1"/>
          <p:nvPr/>
        </p:nvSpPr>
        <p:spPr>
          <a:xfrm>
            <a:off x="5824100" y="8317125"/>
            <a:ext cx="12488700" cy="3029100"/>
          </a:xfrm>
          <a:prstGeom prst="rect">
            <a:avLst/>
          </a:prstGeom>
          <a:noFill/>
          <a:ln>
            <a:noFill/>
          </a:ln>
        </p:spPr>
        <p:txBody>
          <a:bodyPr spcFirstLastPara="1" wrap="square" lIns="91425" tIns="91425" rIns="91425" bIns="91425" anchor="t" anchorCtr="0">
            <a:spAutoFit/>
          </a:bodyPr>
          <a:lstStyle/>
          <a:p>
            <a:pPr marL="0" lvl="0" indent="457200" algn="l" rtl="0">
              <a:lnSpc>
                <a:spcPct val="115000"/>
              </a:lnSpc>
              <a:spcBef>
                <a:spcPts val="0"/>
              </a:spcBef>
              <a:spcAft>
                <a:spcPts val="0"/>
              </a:spcAft>
              <a:buClr>
                <a:schemeClr val="dk1"/>
              </a:buClr>
              <a:buSzPts val="1100"/>
              <a:buFont typeface="Arial"/>
              <a:buNone/>
            </a:pPr>
            <a:r>
              <a:rPr lang="en-PH" sz="3300">
                <a:solidFill>
                  <a:schemeClr val="dk1"/>
                </a:solidFill>
                <a:latin typeface="Inter"/>
                <a:ea typeface="Inter"/>
                <a:cs typeface="Inter"/>
                <a:sym typeface="Inter"/>
              </a:rPr>
              <a:t>Intended for Field Office Regional Focals and Monitoring, Evaluation, and Reporting (MER) Focals who are responsible for encoding, managing, monitoring, and validating beneficiary, project, and inventory data using the Google Sheets–based online tool.</a:t>
            </a:r>
            <a:endParaRPr sz="3300">
              <a:solidFill>
                <a:schemeClr val="dk2"/>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pic>
        <p:nvPicPr>
          <p:cNvPr id="80" name="Google Shape;80;p16"/>
          <p:cNvPicPr preferRelativeResize="0"/>
          <p:nvPr/>
        </p:nvPicPr>
        <p:blipFill rotWithShape="1">
          <a:blip r:embed="rId3">
            <a:alphaModFix/>
          </a:blip>
          <a:srcRect/>
          <a:stretch/>
        </p:blipFill>
        <p:spPr>
          <a:xfrm>
            <a:off x="1049" y="344"/>
            <a:ext cx="24389313" cy="13721657"/>
          </a:xfrm>
          <a:prstGeom prst="rect">
            <a:avLst/>
          </a:prstGeom>
          <a:noFill/>
          <a:ln>
            <a:noFill/>
          </a:ln>
        </p:spPr>
      </p:pic>
      <p:pic>
        <p:nvPicPr>
          <p:cNvPr id="81" name="Google Shape;81;p16"/>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82" name="Google Shape;82;p16"/>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83" name="Google Shape;83;p16"/>
          <p:cNvGraphicFramePr/>
          <p:nvPr/>
        </p:nvGraphicFramePr>
        <p:xfrm>
          <a:off x="-7650175" y="129590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84" name="Google Shape;84;p16"/>
          <p:cNvGraphicFramePr/>
          <p:nvPr/>
        </p:nvGraphicFramePr>
        <p:xfrm>
          <a:off x="-7650175" y="46795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85" name="Google Shape;85;p16"/>
          <p:cNvGraphicFramePr/>
          <p:nvPr/>
        </p:nvGraphicFramePr>
        <p:xfrm>
          <a:off x="-7650175" y="8252050"/>
          <a:ext cx="3594675" cy="3029075"/>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pic>
        <p:nvPicPr>
          <p:cNvPr id="86" name="Google Shape;86;p16"/>
          <p:cNvPicPr preferRelativeResize="0"/>
          <p:nvPr/>
        </p:nvPicPr>
        <p:blipFill>
          <a:blip r:embed="rId5">
            <a:alphaModFix/>
          </a:blip>
          <a:stretch>
            <a:fillRect/>
          </a:stretch>
        </p:blipFill>
        <p:spPr>
          <a:xfrm>
            <a:off x="4666150" y="2133663"/>
            <a:ext cx="13440863" cy="10477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7"/>
          <p:cNvPicPr preferRelativeResize="0"/>
          <p:nvPr/>
        </p:nvPicPr>
        <p:blipFill rotWithShape="1">
          <a:blip r:embed="rId3">
            <a:alphaModFix/>
          </a:blip>
          <a:srcRect/>
          <a:stretch/>
        </p:blipFill>
        <p:spPr>
          <a:xfrm>
            <a:off x="524" y="344"/>
            <a:ext cx="24389313" cy="13721657"/>
          </a:xfrm>
          <a:prstGeom prst="rect">
            <a:avLst/>
          </a:prstGeom>
          <a:noFill/>
          <a:ln>
            <a:noFill/>
          </a:ln>
        </p:spPr>
      </p:pic>
      <p:pic>
        <p:nvPicPr>
          <p:cNvPr id="92" name="Google Shape;92;p17"/>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93" name="Google Shape;93;p17"/>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94" name="Google Shape;94;p17"/>
          <p:cNvGraphicFramePr/>
          <p:nvPr/>
        </p:nvGraphicFramePr>
        <p:xfrm>
          <a:off x="-7650175" y="129590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95" name="Google Shape;95;p17"/>
          <p:cNvGraphicFramePr/>
          <p:nvPr/>
        </p:nvGraphicFramePr>
        <p:xfrm>
          <a:off x="-7650175" y="46795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96" name="Google Shape;96;p17"/>
          <p:cNvGraphicFramePr/>
          <p:nvPr/>
        </p:nvGraphicFramePr>
        <p:xfrm>
          <a:off x="-7650175" y="82520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sp>
        <p:nvSpPr>
          <p:cNvPr id="97" name="Google Shape;97;p17"/>
          <p:cNvSpPr txBox="1"/>
          <p:nvPr/>
        </p:nvSpPr>
        <p:spPr>
          <a:xfrm>
            <a:off x="4551925" y="4391150"/>
            <a:ext cx="109245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4800">
              <a:solidFill>
                <a:schemeClr val="dk2"/>
              </a:solidFill>
            </a:endParaRPr>
          </a:p>
        </p:txBody>
      </p:sp>
      <p:pic>
        <p:nvPicPr>
          <p:cNvPr id="98" name="Google Shape;98;p17"/>
          <p:cNvPicPr preferRelativeResize="0"/>
          <p:nvPr/>
        </p:nvPicPr>
        <p:blipFill>
          <a:blip r:embed="rId5">
            <a:alphaModFix/>
          </a:blip>
          <a:stretch>
            <a:fillRect/>
          </a:stretch>
        </p:blipFill>
        <p:spPr>
          <a:xfrm>
            <a:off x="1916275" y="4561850"/>
            <a:ext cx="18851650" cy="3595100"/>
          </a:xfrm>
          <a:prstGeom prst="rect">
            <a:avLst/>
          </a:prstGeom>
          <a:noFill/>
          <a:ln>
            <a:noFill/>
          </a:ln>
        </p:spPr>
      </p:pic>
      <p:sp>
        <p:nvSpPr>
          <p:cNvPr id="99" name="Google Shape;99;p17"/>
          <p:cNvSpPr txBox="1"/>
          <p:nvPr/>
        </p:nvSpPr>
        <p:spPr>
          <a:xfrm>
            <a:off x="2750150" y="3139400"/>
            <a:ext cx="109245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4800">
                <a:solidFill>
                  <a:schemeClr val="dk2"/>
                </a:solidFill>
              </a:rPr>
              <a:t>Project Sites</a:t>
            </a:r>
            <a:endParaRPr sz="4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18"/>
          <p:cNvPicPr preferRelativeResize="0"/>
          <p:nvPr/>
        </p:nvPicPr>
        <p:blipFill rotWithShape="1">
          <a:blip r:embed="rId3">
            <a:alphaModFix/>
          </a:blip>
          <a:srcRect/>
          <a:stretch/>
        </p:blipFill>
        <p:spPr>
          <a:xfrm>
            <a:off x="524" y="344"/>
            <a:ext cx="24389313" cy="13721657"/>
          </a:xfrm>
          <a:prstGeom prst="rect">
            <a:avLst/>
          </a:prstGeom>
          <a:noFill/>
          <a:ln>
            <a:noFill/>
          </a:ln>
        </p:spPr>
      </p:pic>
      <p:pic>
        <p:nvPicPr>
          <p:cNvPr id="105" name="Google Shape;105;p18"/>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106" name="Google Shape;106;p18"/>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107" name="Google Shape;107;p18"/>
          <p:cNvGraphicFramePr/>
          <p:nvPr/>
        </p:nvGraphicFramePr>
        <p:xfrm>
          <a:off x="-7650175" y="129590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108" name="Google Shape;108;p18"/>
          <p:cNvGraphicFramePr/>
          <p:nvPr/>
        </p:nvGraphicFramePr>
        <p:xfrm>
          <a:off x="-7650175" y="46795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109" name="Google Shape;109;p18"/>
          <p:cNvGraphicFramePr/>
          <p:nvPr/>
        </p:nvGraphicFramePr>
        <p:xfrm>
          <a:off x="-7650175" y="82520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pic>
        <p:nvPicPr>
          <p:cNvPr id="110" name="Google Shape;110;p18"/>
          <p:cNvPicPr preferRelativeResize="0"/>
          <p:nvPr/>
        </p:nvPicPr>
        <p:blipFill>
          <a:blip r:embed="rId5">
            <a:alphaModFix/>
          </a:blip>
          <a:stretch>
            <a:fillRect/>
          </a:stretch>
        </p:blipFill>
        <p:spPr>
          <a:xfrm>
            <a:off x="1422850" y="4068750"/>
            <a:ext cx="18018700" cy="3205250"/>
          </a:xfrm>
          <a:prstGeom prst="rect">
            <a:avLst/>
          </a:prstGeom>
          <a:noFill/>
          <a:ln>
            <a:noFill/>
          </a:ln>
        </p:spPr>
      </p:pic>
      <p:pic>
        <p:nvPicPr>
          <p:cNvPr id="111" name="Google Shape;111;p18"/>
          <p:cNvPicPr preferRelativeResize="0"/>
          <p:nvPr/>
        </p:nvPicPr>
        <p:blipFill>
          <a:blip r:embed="rId6">
            <a:alphaModFix/>
          </a:blip>
          <a:stretch>
            <a:fillRect/>
          </a:stretch>
        </p:blipFill>
        <p:spPr>
          <a:xfrm>
            <a:off x="5862475" y="6944025"/>
            <a:ext cx="15239901" cy="3516900"/>
          </a:xfrm>
          <a:prstGeom prst="rect">
            <a:avLst/>
          </a:prstGeom>
          <a:noFill/>
          <a:ln>
            <a:noFill/>
          </a:ln>
        </p:spPr>
      </p:pic>
      <p:sp>
        <p:nvSpPr>
          <p:cNvPr id="112" name="Google Shape;112;p18"/>
          <p:cNvSpPr txBox="1"/>
          <p:nvPr/>
        </p:nvSpPr>
        <p:spPr>
          <a:xfrm>
            <a:off x="2200125" y="2949750"/>
            <a:ext cx="109245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4800">
                <a:solidFill>
                  <a:schemeClr val="dk2"/>
                </a:solidFill>
              </a:rPr>
              <a:t>Binhi Site</a:t>
            </a:r>
            <a:endParaRPr sz="4800">
              <a:solidFill>
                <a:schemeClr val="dk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7" name="Google Shape;117;p19"/>
          <p:cNvPicPr preferRelativeResize="0"/>
          <p:nvPr/>
        </p:nvPicPr>
        <p:blipFill rotWithShape="1">
          <a:blip r:embed="rId3">
            <a:alphaModFix/>
          </a:blip>
          <a:srcRect/>
          <a:stretch/>
        </p:blipFill>
        <p:spPr>
          <a:xfrm>
            <a:off x="524" y="95169"/>
            <a:ext cx="24389313" cy="13721657"/>
          </a:xfrm>
          <a:prstGeom prst="rect">
            <a:avLst/>
          </a:prstGeom>
          <a:noFill/>
          <a:ln>
            <a:noFill/>
          </a:ln>
        </p:spPr>
      </p:pic>
      <p:pic>
        <p:nvPicPr>
          <p:cNvPr id="118" name="Google Shape;118;p19"/>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119" name="Google Shape;119;p19"/>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120" name="Google Shape;120;p19"/>
          <p:cNvGraphicFramePr/>
          <p:nvPr/>
        </p:nvGraphicFramePr>
        <p:xfrm>
          <a:off x="-7650175" y="129590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121" name="Google Shape;121;p19"/>
          <p:cNvGraphicFramePr/>
          <p:nvPr/>
        </p:nvGraphicFramePr>
        <p:xfrm>
          <a:off x="-7650175" y="46795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122" name="Google Shape;122;p19"/>
          <p:cNvGraphicFramePr/>
          <p:nvPr/>
        </p:nvGraphicFramePr>
        <p:xfrm>
          <a:off x="-7650175" y="82520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pic>
        <p:nvPicPr>
          <p:cNvPr id="123" name="Google Shape;123;p19"/>
          <p:cNvPicPr preferRelativeResize="0"/>
          <p:nvPr/>
        </p:nvPicPr>
        <p:blipFill>
          <a:blip r:embed="rId5">
            <a:alphaModFix/>
          </a:blip>
          <a:stretch>
            <a:fillRect/>
          </a:stretch>
        </p:blipFill>
        <p:spPr>
          <a:xfrm>
            <a:off x="1726600" y="3914950"/>
            <a:ext cx="13125982" cy="3029075"/>
          </a:xfrm>
          <a:prstGeom prst="rect">
            <a:avLst/>
          </a:prstGeom>
          <a:noFill/>
          <a:ln>
            <a:noFill/>
          </a:ln>
        </p:spPr>
      </p:pic>
      <p:pic>
        <p:nvPicPr>
          <p:cNvPr id="124" name="Google Shape;124;p19"/>
          <p:cNvPicPr preferRelativeResize="0"/>
          <p:nvPr/>
        </p:nvPicPr>
        <p:blipFill>
          <a:blip r:embed="rId6">
            <a:alphaModFix/>
          </a:blip>
          <a:stretch>
            <a:fillRect/>
          </a:stretch>
        </p:blipFill>
        <p:spPr>
          <a:xfrm>
            <a:off x="5810919" y="6727650"/>
            <a:ext cx="14900925" cy="3176000"/>
          </a:xfrm>
          <a:prstGeom prst="rect">
            <a:avLst/>
          </a:prstGeom>
          <a:noFill/>
          <a:ln>
            <a:noFill/>
          </a:ln>
        </p:spPr>
      </p:pic>
      <p:sp>
        <p:nvSpPr>
          <p:cNvPr id="125" name="Google Shape;125;p19"/>
          <p:cNvSpPr txBox="1"/>
          <p:nvPr/>
        </p:nvSpPr>
        <p:spPr>
          <a:xfrm>
            <a:off x="2257025" y="2798000"/>
            <a:ext cx="109245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4800">
                <a:solidFill>
                  <a:schemeClr val="dk2"/>
                </a:solidFill>
              </a:rPr>
              <a:t>Lawa Site</a:t>
            </a:r>
            <a:endParaRPr sz="4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130" name="Google Shape;130;p20"/>
          <p:cNvPicPr preferRelativeResize="0"/>
          <p:nvPr/>
        </p:nvPicPr>
        <p:blipFill rotWithShape="1">
          <a:blip r:embed="rId3">
            <a:alphaModFix/>
          </a:blip>
          <a:srcRect/>
          <a:stretch/>
        </p:blipFill>
        <p:spPr>
          <a:xfrm>
            <a:off x="524" y="344"/>
            <a:ext cx="24389313" cy="13721657"/>
          </a:xfrm>
          <a:prstGeom prst="rect">
            <a:avLst/>
          </a:prstGeom>
          <a:noFill/>
          <a:ln>
            <a:noFill/>
          </a:ln>
        </p:spPr>
      </p:pic>
      <p:pic>
        <p:nvPicPr>
          <p:cNvPr id="131" name="Google Shape;131;p20"/>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132" name="Google Shape;132;p20"/>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133" name="Google Shape;133;p20"/>
          <p:cNvGraphicFramePr/>
          <p:nvPr/>
        </p:nvGraphicFramePr>
        <p:xfrm>
          <a:off x="-7650175" y="129590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134" name="Google Shape;134;p20"/>
          <p:cNvGraphicFramePr/>
          <p:nvPr/>
        </p:nvGraphicFramePr>
        <p:xfrm>
          <a:off x="-7650175" y="46795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135" name="Google Shape;135;p20"/>
          <p:cNvGraphicFramePr/>
          <p:nvPr/>
        </p:nvGraphicFramePr>
        <p:xfrm>
          <a:off x="-7650175" y="82520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pic>
        <p:nvPicPr>
          <p:cNvPr id="136" name="Google Shape;136;p20"/>
          <p:cNvPicPr preferRelativeResize="0"/>
          <p:nvPr/>
        </p:nvPicPr>
        <p:blipFill>
          <a:blip r:embed="rId5">
            <a:alphaModFix/>
          </a:blip>
          <a:stretch>
            <a:fillRect/>
          </a:stretch>
        </p:blipFill>
        <p:spPr>
          <a:xfrm>
            <a:off x="3433525" y="4679550"/>
            <a:ext cx="16067399" cy="3347375"/>
          </a:xfrm>
          <a:prstGeom prst="rect">
            <a:avLst/>
          </a:prstGeom>
          <a:noFill/>
          <a:ln>
            <a:noFill/>
          </a:ln>
        </p:spPr>
      </p:pic>
      <p:sp>
        <p:nvSpPr>
          <p:cNvPr id="137" name="Google Shape;137;p20"/>
          <p:cNvSpPr txBox="1"/>
          <p:nvPr/>
        </p:nvSpPr>
        <p:spPr>
          <a:xfrm>
            <a:off x="2996700" y="3139400"/>
            <a:ext cx="109245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4800">
                <a:solidFill>
                  <a:schemeClr val="dk2"/>
                </a:solidFill>
              </a:rPr>
              <a:t>Implementation Tracker</a:t>
            </a:r>
            <a:endParaRPr sz="4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pic>
        <p:nvPicPr>
          <p:cNvPr id="142" name="Google Shape;142;p21"/>
          <p:cNvPicPr preferRelativeResize="0"/>
          <p:nvPr/>
        </p:nvPicPr>
        <p:blipFill rotWithShape="1">
          <a:blip r:embed="rId3">
            <a:alphaModFix/>
          </a:blip>
          <a:srcRect/>
          <a:stretch/>
        </p:blipFill>
        <p:spPr>
          <a:xfrm>
            <a:off x="524" y="344"/>
            <a:ext cx="24389313" cy="13721657"/>
          </a:xfrm>
          <a:prstGeom prst="rect">
            <a:avLst/>
          </a:prstGeom>
          <a:noFill/>
          <a:ln>
            <a:noFill/>
          </a:ln>
        </p:spPr>
      </p:pic>
      <p:pic>
        <p:nvPicPr>
          <p:cNvPr id="143" name="Google Shape;143;p21"/>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144" name="Google Shape;144;p21"/>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145" name="Google Shape;145;p21"/>
          <p:cNvGraphicFramePr/>
          <p:nvPr/>
        </p:nvGraphicFramePr>
        <p:xfrm>
          <a:off x="-7650175" y="129590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146" name="Google Shape;146;p21"/>
          <p:cNvGraphicFramePr/>
          <p:nvPr/>
        </p:nvGraphicFramePr>
        <p:xfrm>
          <a:off x="-7650175" y="46795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147" name="Google Shape;147;p21"/>
          <p:cNvGraphicFramePr/>
          <p:nvPr/>
        </p:nvGraphicFramePr>
        <p:xfrm>
          <a:off x="-7650175" y="82520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pic>
        <p:nvPicPr>
          <p:cNvPr id="148" name="Google Shape;148;p21"/>
          <p:cNvPicPr preferRelativeResize="0"/>
          <p:nvPr/>
        </p:nvPicPr>
        <p:blipFill>
          <a:blip r:embed="rId5">
            <a:alphaModFix/>
          </a:blip>
          <a:stretch>
            <a:fillRect/>
          </a:stretch>
        </p:blipFill>
        <p:spPr>
          <a:xfrm>
            <a:off x="1461725" y="4129700"/>
            <a:ext cx="16290575" cy="2814325"/>
          </a:xfrm>
          <a:prstGeom prst="rect">
            <a:avLst/>
          </a:prstGeom>
          <a:noFill/>
          <a:ln>
            <a:noFill/>
          </a:ln>
        </p:spPr>
      </p:pic>
      <p:pic>
        <p:nvPicPr>
          <p:cNvPr id="149" name="Google Shape;149;p21"/>
          <p:cNvPicPr preferRelativeResize="0"/>
          <p:nvPr/>
        </p:nvPicPr>
        <p:blipFill>
          <a:blip r:embed="rId6">
            <a:alphaModFix/>
          </a:blip>
          <a:stretch>
            <a:fillRect/>
          </a:stretch>
        </p:blipFill>
        <p:spPr>
          <a:xfrm>
            <a:off x="2370825" y="7303950"/>
            <a:ext cx="19459175" cy="3459800"/>
          </a:xfrm>
          <a:prstGeom prst="rect">
            <a:avLst/>
          </a:prstGeom>
          <a:noFill/>
          <a:ln>
            <a:noFill/>
          </a:ln>
        </p:spPr>
      </p:pic>
      <p:sp>
        <p:nvSpPr>
          <p:cNvPr id="150" name="Google Shape;150;p21"/>
          <p:cNvSpPr txBox="1"/>
          <p:nvPr/>
        </p:nvSpPr>
        <p:spPr>
          <a:xfrm>
            <a:off x="2939825" y="2816975"/>
            <a:ext cx="109245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4800">
                <a:solidFill>
                  <a:schemeClr val="dk2"/>
                </a:solidFill>
              </a:rPr>
              <a:t>Partner Beneficiary</a:t>
            </a:r>
            <a:endParaRPr sz="4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5" name="Google Shape;155;p22"/>
          <p:cNvPicPr preferRelativeResize="0"/>
          <p:nvPr/>
        </p:nvPicPr>
        <p:blipFill rotWithShape="1">
          <a:blip r:embed="rId3">
            <a:alphaModFix/>
          </a:blip>
          <a:srcRect/>
          <a:stretch/>
        </p:blipFill>
        <p:spPr>
          <a:xfrm>
            <a:off x="1049" y="344"/>
            <a:ext cx="24389313" cy="13721657"/>
          </a:xfrm>
          <a:prstGeom prst="rect">
            <a:avLst/>
          </a:prstGeom>
          <a:noFill/>
          <a:ln>
            <a:noFill/>
          </a:ln>
        </p:spPr>
      </p:pic>
      <p:pic>
        <p:nvPicPr>
          <p:cNvPr id="156" name="Google Shape;156;p22"/>
          <p:cNvPicPr preferRelativeResize="0"/>
          <p:nvPr/>
        </p:nvPicPr>
        <p:blipFill rotWithShape="1">
          <a:blip r:embed="rId4">
            <a:alphaModFix/>
          </a:blip>
          <a:srcRect/>
          <a:stretch/>
        </p:blipFill>
        <p:spPr>
          <a:xfrm>
            <a:off x="806176" y="539774"/>
            <a:ext cx="5530424" cy="1366250"/>
          </a:xfrm>
          <a:prstGeom prst="rect">
            <a:avLst/>
          </a:prstGeom>
          <a:noFill/>
          <a:ln>
            <a:noFill/>
          </a:ln>
        </p:spPr>
      </p:pic>
      <p:sp>
        <p:nvSpPr>
          <p:cNvPr id="157" name="Google Shape;157;p22"/>
          <p:cNvSpPr txBox="1"/>
          <p:nvPr/>
        </p:nvSpPr>
        <p:spPr>
          <a:xfrm>
            <a:off x="3276460" y="12839068"/>
            <a:ext cx="108105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PH" sz="3600" b="1" i="0" u="none" strike="noStrike" cap="none">
                <a:solidFill>
                  <a:srgbClr val="EE1C25"/>
                </a:solidFill>
                <a:latin typeface="Arial"/>
                <a:ea typeface="Arial"/>
                <a:cs typeface="Arial"/>
                <a:sym typeface="Arial"/>
              </a:rPr>
              <a:t>#BawatBuhayMahalagaSaDSWD</a:t>
            </a:r>
            <a:endParaRPr sz="3600" b="1" i="0" u="none" strike="noStrike" cap="none">
              <a:solidFill>
                <a:srgbClr val="EE1C25"/>
              </a:solidFill>
              <a:latin typeface="Arial"/>
              <a:ea typeface="Arial"/>
              <a:cs typeface="Arial"/>
              <a:sym typeface="Arial"/>
            </a:endParaRPr>
          </a:p>
        </p:txBody>
      </p:sp>
      <p:graphicFrame>
        <p:nvGraphicFramePr>
          <p:cNvPr id="158" name="Google Shape;158;p22"/>
          <p:cNvGraphicFramePr/>
          <p:nvPr/>
        </p:nvGraphicFramePr>
        <p:xfrm>
          <a:off x="-7650175" y="129590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2E3192"/>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6264AD"/>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9798C8"/>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CBCBE4"/>
                    </a:solidFill>
                  </a:tcPr>
                </a:tc>
                <a:extLst>
                  <a:ext uri="{0D108BD9-81ED-4DB2-BD59-A6C34878D82A}">
                    <a16:rowId xmlns:a16="http://schemas.microsoft.com/office/drawing/2014/main" val="10003"/>
                  </a:ext>
                </a:extLst>
              </a:tr>
            </a:tbl>
          </a:graphicData>
        </a:graphic>
      </p:graphicFrame>
      <p:graphicFrame>
        <p:nvGraphicFramePr>
          <p:cNvPr id="159" name="Google Shape;159;p22"/>
          <p:cNvGraphicFramePr/>
          <p:nvPr/>
        </p:nvGraphicFramePr>
        <p:xfrm>
          <a:off x="-7650175" y="46795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EE1C25"/>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2555C"/>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78E92"/>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BC6C8"/>
                    </a:solidFill>
                  </a:tcPr>
                </a:tc>
                <a:extLst>
                  <a:ext uri="{0D108BD9-81ED-4DB2-BD59-A6C34878D82A}">
                    <a16:rowId xmlns:a16="http://schemas.microsoft.com/office/drawing/2014/main" val="10003"/>
                  </a:ext>
                </a:extLst>
              </a:tr>
            </a:tbl>
          </a:graphicData>
        </a:graphic>
      </p:graphicFrame>
      <p:graphicFrame>
        <p:nvGraphicFramePr>
          <p:cNvPr id="160" name="Google Shape;160;p22"/>
          <p:cNvGraphicFramePr/>
          <p:nvPr/>
        </p:nvGraphicFramePr>
        <p:xfrm>
          <a:off x="-7650175" y="8252050"/>
          <a:ext cx="3000000" cy="3000000"/>
        </p:xfrm>
        <a:graphic>
          <a:graphicData uri="http://schemas.openxmlformats.org/drawingml/2006/table">
            <a:tbl>
              <a:tblPr>
                <a:noFill/>
                <a:tableStyleId>{CFC9865B-264E-4E14-8241-2C3BF1A77D65}</a:tableStyleId>
              </a:tblPr>
              <a:tblGrid>
                <a:gridCol w="3594675">
                  <a:extLst>
                    <a:ext uri="{9D8B030D-6E8A-4147-A177-3AD203B41FA5}">
                      <a16:colId xmlns:a16="http://schemas.microsoft.com/office/drawing/2014/main" val="20000"/>
                    </a:ext>
                  </a:extLst>
                </a:gridCol>
              </a:tblGrid>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200"/>
                    </a:solidFill>
                  </a:tcPr>
                </a:tc>
                <a:extLst>
                  <a:ext uri="{0D108BD9-81ED-4DB2-BD59-A6C34878D82A}">
                    <a16:rowId xmlns:a16="http://schemas.microsoft.com/office/drawing/2014/main" val="10000"/>
                  </a:ext>
                </a:extLst>
              </a:tr>
              <a:tr h="735275">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540"/>
                    </a:solidFill>
                  </a:tcPr>
                </a:tc>
                <a:extLst>
                  <a:ext uri="{0D108BD9-81ED-4DB2-BD59-A6C34878D82A}">
                    <a16:rowId xmlns:a16="http://schemas.microsoft.com/office/drawing/2014/main" val="10001"/>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EF980"/>
                    </a:solidFill>
                  </a:tcPr>
                </a:tc>
                <a:extLst>
                  <a:ext uri="{0D108BD9-81ED-4DB2-BD59-A6C34878D82A}">
                    <a16:rowId xmlns:a16="http://schemas.microsoft.com/office/drawing/2014/main" val="10002"/>
                  </a:ext>
                </a:extLst>
              </a:tr>
              <a:tr h="764600">
                <a:tc>
                  <a:txBody>
                    <a:bodyPr/>
                    <a:lstStyle/>
                    <a:p>
                      <a:pPr marL="0" lvl="0" indent="0" algn="l" rtl="0">
                        <a:spcBef>
                          <a:spcPts val="0"/>
                        </a:spcBef>
                        <a:spcAft>
                          <a:spcPts val="0"/>
                        </a:spcAft>
                        <a:buNone/>
                      </a:pPr>
                      <a:endParaRPr>
                        <a:highlight>
                          <a:schemeClr val="lt1"/>
                        </a:highligh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FFFCBF"/>
                    </a:solidFill>
                  </a:tcPr>
                </a:tc>
                <a:extLst>
                  <a:ext uri="{0D108BD9-81ED-4DB2-BD59-A6C34878D82A}">
                    <a16:rowId xmlns:a16="http://schemas.microsoft.com/office/drawing/2014/main" val="10003"/>
                  </a:ext>
                </a:extLst>
              </a:tr>
            </a:tbl>
          </a:graphicData>
        </a:graphic>
      </p:graphicFrame>
      <p:pic>
        <p:nvPicPr>
          <p:cNvPr id="161" name="Google Shape;161;p22"/>
          <p:cNvPicPr preferRelativeResize="0"/>
          <p:nvPr/>
        </p:nvPicPr>
        <p:blipFill>
          <a:blip r:embed="rId5">
            <a:alphaModFix/>
          </a:blip>
          <a:stretch>
            <a:fillRect/>
          </a:stretch>
        </p:blipFill>
        <p:spPr>
          <a:xfrm>
            <a:off x="2769725" y="3376650"/>
            <a:ext cx="17066026" cy="4485300"/>
          </a:xfrm>
          <a:prstGeom prst="rect">
            <a:avLst/>
          </a:prstGeom>
          <a:noFill/>
          <a:ln>
            <a:noFill/>
          </a:ln>
        </p:spPr>
      </p:pic>
      <p:pic>
        <p:nvPicPr>
          <p:cNvPr id="162" name="Google Shape;162;p22"/>
          <p:cNvPicPr preferRelativeResize="0"/>
          <p:nvPr/>
        </p:nvPicPr>
        <p:blipFill>
          <a:blip r:embed="rId6">
            <a:alphaModFix/>
          </a:blip>
          <a:stretch>
            <a:fillRect/>
          </a:stretch>
        </p:blipFill>
        <p:spPr>
          <a:xfrm>
            <a:off x="3793900" y="8340338"/>
            <a:ext cx="17066026" cy="4020362"/>
          </a:xfrm>
          <a:prstGeom prst="rect">
            <a:avLst/>
          </a:prstGeom>
          <a:noFill/>
          <a:ln>
            <a:noFill/>
          </a:ln>
        </p:spPr>
      </p:pic>
      <p:sp>
        <p:nvSpPr>
          <p:cNvPr id="163" name="Google Shape;163;p22"/>
          <p:cNvSpPr txBox="1"/>
          <p:nvPr/>
        </p:nvSpPr>
        <p:spPr>
          <a:xfrm>
            <a:off x="3167400" y="2266950"/>
            <a:ext cx="109245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4800">
                <a:solidFill>
                  <a:schemeClr val="dk2"/>
                </a:solidFill>
              </a:rPr>
              <a:t>HPMES</a:t>
            </a:r>
            <a:endParaRPr sz="4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23" title="458518250_829993815985961_1294836715467179881_n.jpg"/>
          <p:cNvPicPr preferRelativeResize="0"/>
          <p:nvPr/>
        </p:nvPicPr>
        <p:blipFill rotWithShape="1">
          <a:blip r:embed="rId3">
            <a:alphaModFix/>
          </a:blip>
          <a:srcRect l="1717" r="26149"/>
          <a:stretch/>
        </p:blipFill>
        <p:spPr>
          <a:xfrm>
            <a:off x="11248550" y="3125"/>
            <a:ext cx="13197701" cy="13722350"/>
          </a:xfrm>
          <a:prstGeom prst="rect">
            <a:avLst/>
          </a:prstGeom>
          <a:noFill/>
          <a:ln>
            <a:noFill/>
          </a:ln>
        </p:spPr>
      </p:pic>
      <p:pic>
        <p:nvPicPr>
          <p:cNvPr id="169" name="Google Shape;169;p23"/>
          <p:cNvPicPr preferRelativeResize="0"/>
          <p:nvPr/>
        </p:nvPicPr>
        <p:blipFill rotWithShape="1">
          <a:blip r:embed="rId4">
            <a:alphaModFix/>
          </a:blip>
          <a:srcRect/>
          <a:stretch/>
        </p:blipFill>
        <p:spPr>
          <a:xfrm>
            <a:off x="-27950" y="4679"/>
            <a:ext cx="24446260" cy="13719234"/>
          </a:xfrm>
          <a:prstGeom prst="rect">
            <a:avLst/>
          </a:prstGeom>
          <a:noFill/>
          <a:ln>
            <a:noFill/>
          </a:ln>
        </p:spPr>
      </p:pic>
      <p:sp>
        <p:nvSpPr>
          <p:cNvPr id="170" name="Google Shape;170;p23"/>
          <p:cNvSpPr txBox="1"/>
          <p:nvPr/>
        </p:nvSpPr>
        <p:spPr>
          <a:xfrm>
            <a:off x="1232450" y="5602250"/>
            <a:ext cx="11440800" cy="2220900"/>
          </a:xfrm>
          <a:prstGeom prst="rect">
            <a:avLst/>
          </a:prstGeom>
          <a:noFill/>
          <a:ln>
            <a:noFill/>
          </a:ln>
        </p:spPr>
        <p:txBody>
          <a:bodyPr spcFirstLastPara="1" wrap="square" lIns="243875" tIns="243875" rIns="243875" bIns="243875" anchor="b" anchorCtr="0">
            <a:noAutofit/>
          </a:bodyPr>
          <a:lstStyle/>
          <a:p>
            <a:pPr marL="0" lvl="0" indent="0" algn="l" rtl="0">
              <a:spcBef>
                <a:spcPts val="0"/>
              </a:spcBef>
              <a:spcAft>
                <a:spcPts val="0"/>
              </a:spcAft>
              <a:buNone/>
            </a:pPr>
            <a:r>
              <a:rPr lang="en-PH" sz="13000" b="1">
                <a:solidFill>
                  <a:srgbClr val="FEF200"/>
                </a:solidFill>
              </a:rPr>
              <a:t>THANK YOU!</a:t>
            </a:r>
            <a:endParaRPr sz="13000" b="1">
              <a:solidFill>
                <a:srgbClr val="FEF200"/>
              </a:solidFill>
            </a:endParaRPr>
          </a:p>
        </p:txBody>
      </p:sp>
      <p:sp>
        <p:nvSpPr>
          <p:cNvPr id="171" name="Google Shape;171;p23"/>
          <p:cNvSpPr txBox="1"/>
          <p:nvPr/>
        </p:nvSpPr>
        <p:spPr>
          <a:xfrm>
            <a:off x="1023730" y="12503423"/>
            <a:ext cx="9283200" cy="646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PH" sz="3600" b="1" i="0" u="none" strike="noStrike" cap="none">
                <a:solidFill>
                  <a:srgbClr val="FFFFFF"/>
                </a:solidFill>
                <a:latin typeface="Arial"/>
                <a:ea typeface="Arial"/>
                <a:cs typeface="Arial"/>
                <a:sym typeface="Arial"/>
              </a:rPr>
              <a:t>#BawatBuhayMahalagaSaDSWD</a:t>
            </a:r>
            <a:endParaRPr sz="3600" b="1" i="0" u="none" strike="noStrike" cap="none">
              <a:solidFill>
                <a:srgbClr val="FFFFFF"/>
              </a:solidFill>
              <a:latin typeface="Arial"/>
              <a:ea typeface="Arial"/>
              <a:cs typeface="Arial"/>
              <a:sym typeface="Arial"/>
            </a:endParaRPr>
          </a:p>
        </p:txBody>
      </p:sp>
      <p:pic>
        <p:nvPicPr>
          <p:cNvPr id="172" name="Google Shape;172;p23"/>
          <p:cNvPicPr preferRelativeResize="0"/>
          <p:nvPr/>
        </p:nvPicPr>
        <p:blipFill rotWithShape="1">
          <a:blip r:embed="rId5">
            <a:alphaModFix/>
          </a:blip>
          <a:srcRect/>
          <a:stretch/>
        </p:blipFill>
        <p:spPr>
          <a:xfrm>
            <a:off x="1550504" y="1058870"/>
            <a:ext cx="5903843" cy="1458494"/>
          </a:xfrm>
          <a:prstGeom prst="rect">
            <a:avLst/>
          </a:prstGeom>
          <a:noFill/>
          <a:ln>
            <a:noFill/>
          </a:ln>
        </p:spPr>
      </p:pic>
      <p:sp>
        <p:nvSpPr>
          <p:cNvPr id="173" name="Google Shape;173;p23"/>
          <p:cNvSpPr txBox="1"/>
          <p:nvPr/>
        </p:nvSpPr>
        <p:spPr>
          <a:xfrm>
            <a:off x="1767750" y="8113875"/>
            <a:ext cx="75669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PH" sz="4800">
                <a:solidFill>
                  <a:srgbClr val="FEF540"/>
                </a:solidFill>
              </a:rPr>
              <a:t>Questions and Discussion</a:t>
            </a:r>
            <a:endParaRPr sz="4800">
              <a:solidFill>
                <a:srgbClr val="FEF540"/>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124</Words>
  <Application>Microsoft Office PowerPoint</Application>
  <PresentationFormat>Custom</PresentationFormat>
  <Paragraphs>23</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Inter</vt:lpstr>
      <vt:lpstr>Arial</vt:lpstr>
      <vt:lpstr>Simple Light</vt:lpstr>
      <vt:lpstr>PowerPoint Presentation</vt:lpstr>
      <vt:lpstr>Purpose of the Tool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John Mark Agustin E. Acido</dc:creator>
  <cp:lastModifiedBy>John Mark Agustin Acido</cp:lastModifiedBy>
  <cp:revision>1</cp:revision>
  <dcterms:modified xsi:type="dcterms:W3CDTF">2026-03-24T09:14:24Z</dcterms:modified>
</cp:coreProperties>
</file>